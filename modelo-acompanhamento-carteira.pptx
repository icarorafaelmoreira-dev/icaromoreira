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7"/>
  </p:notesMasterIdLst>
  <p:sldIdLst>
    <p:sldId id="1026" r:id="rId5"/>
    <p:sldId id="1028" r:id="rId6"/>
    <p:sldId id="1048" r:id="rId7"/>
    <p:sldId id="1049" r:id="rId8"/>
    <p:sldId id="1031" r:id="rId9"/>
    <p:sldId id="1032" r:id="rId10"/>
    <p:sldId id="1034" r:id="rId11"/>
    <p:sldId id="1035" r:id="rId12"/>
    <p:sldId id="1052" r:id="rId13"/>
    <p:sldId id="1036" r:id="rId14"/>
    <p:sldId id="1037" r:id="rId15"/>
    <p:sldId id="1033" r:id="rId16"/>
  </p:sldIdLst>
  <p:sldSz cx="18288000" cy="10287000"/>
  <p:notesSz cx="6858000" cy="9144000"/>
  <p:embeddedFontLst>
    <p:embeddedFont>
      <p:font typeface="Aptos Serif" panose="02020604070405020304" pitchFamily="18" charset="0"/>
      <p:regular r:id="rId18"/>
      <p:bold r:id="rId19"/>
    </p:embeddedFont>
    <p:embeddedFont>
      <p:font typeface="Montserrat Light" panose="00000400000000000000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859"/>
    <a:srgbClr val="E8E8E8"/>
    <a:srgbClr val="4F81BD"/>
    <a:srgbClr val="151B34"/>
    <a:srgbClr val="101010"/>
    <a:srgbClr val="1C233B"/>
    <a:srgbClr val="FFFFFF"/>
    <a:srgbClr val="080E26"/>
    <a:srgbClr val="FCF8F7"/>
    <a:srgbClr val="0613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F11F12-8F4B-4B79-B7DB-48C5F0E8B1AA}" v="10" dt="2025-08-12T14:17:52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55" d="100"/>
          <a:sy n="55" d="100"/>
        </p:scale>
        <p:origin x="763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 Costa" userId="e4b51b7e-2ebf-4ee6-adb0-d5f55f7299d8" providerId="ADAL" clId="{2E9A4DF3-16AA-4E1C-BEC9-5B5836B035F4}"/>
    <pc:docChg chg="undo custSel modSld">
      <pc:chgData name="Samuel  Costa" userId="e4b51b7e-2ebf-4ee6-adb0-d5f55f7299d8" providerId="ADAL" clId="{2E9A4DF3-16AA-4E1C-BEC9-5B5836B035F4}" dt="2025-08-06T18:33:06.148" v="40" actId="1076"/>
      <pc:docMkLst>
        <pc:docMk/>
      </pc:docMkLst>
      <pc:sldChg chg="addSp delSp modSp mod">
        <pc:chgData name="Samuel  Costa" userId="e4b51b7e-2ebf-4ee6-adb0-d5f55f7299d8" providerId="ADAL" clId="{2E9A4DF3-16AA-4E1C-BEC9-5B5836B035F4}" dt="2025-08-06T18:18:13.776" v="18" actId="1076"/>
        <pc:sldMkLst>
          <pc:docMk/>
          <pc:sldMk cId="2640873883" sldId="862"/>
        </pc:sldMkLst>
        <pc:spChg chg="mod">
          <ac:chgData name="Samuel  Costa" userId="e4b51b7e-2ebf-4ee6-adb0-d5f55f7299d8" providerId="ADAL" clId="{2E9A4DF3-16AA-4E1C-BEC9-5B5836B035F4}" dt="2025-08-06T18:17:11.575" v="12" actId="113"/>
          <ac:spMkLst>
            <pc:docMk/>
            <pc:sldMk cId="2640873883" sldId="862"/>
            <ac:spMk id="8" creationId="{77D11FA3-06EF-AB7D-3903-8388A75D7243}"/>
          </ac:spMkLst>
        </pc:spChg>
        <pc:spChg chg="mod">
          <ac:chgData name="Samuel  Costa" userId="e4b51b7e-2ebf-4ee6-adb0-d5f55f7299d8" providerId="ADAL" clId="{2E9A4DF3-16AA-4E1C-BEC9-5B5836B035F4}" dt="2025-08-06T18:18:09.781" v="17" actId="207"/>
          <ac:spMkLst>
            <pc:docMk/>
            <pc:sldMk cId="2640873883" sldId="862"/>
            <ac:spMk id="10" creationId="{2C597A3E-ABD0-A1CE-485C-9809870C1B79}"/>
          </ac:spMkLst>
        </pc:spChg>
        <pc:picChg chg="add mod">
          <ac:chgData name="Samuel  Costa" userId="e4b51b7e-2ebf-4ee6-adb0-d5f55f7299d8" providerId="ADAL" clId="{2E9A4DF3-16AA-4E1C-BEC9-5B5836B035F4}" dt="2025-08-06T18:18:13.776" v="18" actId="1076"/>
          <ac:picMkLst>
            <pc:docMk/>
            <pc:sldMk cId="2640873883" sldId="862"/>
            <ac:picMk id="3" creationId="{23C0A57C-0B4C-4757-F7DB-772CDA5475FA}"/>
          </ac:picMkLst>
        </pc:picChg>
      </pc:sldChg>
      <pc:sldChg chg="addSp delSp modSp mod">
        <pc:chgData name="Samuel  Costa" userId="e4b51b7e-2ebf-4ee6-adb0-d5f55f7299d8" providerId="ADAL" clId="{2E9A4DF3-16AA-4E1C-BEC9-5B5836B035F4}" dt="2025-08-06T18:33:06.148" v="40" actId="1076"/>
        <pc:sldMkLst>
          <pc:docMk/>
          <pc:sldMk cId="1689995318" sldId="864"/>
        </pc:sldMkLst>
        <pc:spChg chg="mod">
          <ac:chgData name="Samuel  Costa" userId="e4b51b7e-2ebf-4ee6-adb0-d5f55f7299d8" providerId="ADAL" clId="{2E9A4DF3-16AA-4E1C-BEC9-5B5836B035F4}" dt="2025-08-06T18:27:04.942" v="34" actId="1076"/>
          <ac:spMkLst>
            <pc:docMk/>
            <pc:sldMk cId="1689995318" sldId="864"/>
            <ac:spMk id="8" creationId="{7473B8F2-C5E8-BE00-3A9D-C5E052ED6FC7}"/>
          </ac:spMkLst>
        </pc:spChg>
        <pc:picChg chg="add mod">
          <ac:chgData name="Samuel  Costa" userId="e4b51b7e-2ebf-4ee6-adb0-d5f55f7299d8" providerId="ADAL" clId="{2E9A4DF3-16AA-4E1C-BEC9-5B5836B035F4}" dt="2025-08-06T18:33:06.148" v="40" actId="1076"/>
          <ac:picMkLst>
            <pc:docMk/>
            <pc:sldMk cId="1689995318" sldId="864"/>
            <ac:picMk id="1028" creationId="{2EE287C2-B6CC-B396-72C5-6FFB5B793313}"/>
          </ac:picMkLst>
        </pc:picChg>
      </pc:sldChg>
    </pc:docChg>
  </pc:docChgLst>
  <pc:docChgLst>
    <pc:chgData name="Pedro Barbosa" userId="b6c63d36-b9ea-45b4-ac43-84741010928a" providerId="ADAL" clId="{6B2F3F89-31DA-47F8-81AD-005CD17DB065}"/>
    <pc:docChg chg="modSld">
      <pc:chgData name="Pedro Barbosa" userId="b6c63d36-b9ea-45b4-ac43-84741010928a" providerId="ADAL" clId="{6B2F3F89-31DA-47F8-81AD-005CD17DB065}" dt="2025-08-12T11:14:14.925" v="59" actId="20577"/>
      <pc:docMkLst>
        <pc:docMk/>
      </pc:docMkLst>
      <pc:sldChg chg="modSp mod">
        <pc:chgData name="Pedro Barbosa" userId="b6c63d36-b9ea-45b4-ac43-84741010928a" providerId="ADAL" clId="{6B2F3F89-31DA-47F8-81AD-005CD17DB065}" dt="2025-08-12T11:14:14.925" v="59" actId="20577"/>
        <pc:sldMkLst>
          <pc:docMk/>
          <pc:sldMk cId="2640873883" sldId="862"/>
        </pc:sldMkLst>
        <pc:spChg chg="mod">
          <ac:chgData name="Pedro Barbosa" userId="b6c63d36-b9ea-45b4-ac43-84741010928a" providerId="ADAL" clId="{6B2F3F89-31DA-47F8-81AD-005CD17DB065}" dt="2025-08-12T11:14:14.925" v="59" actId="20577"/>
          <ac:spMkLst>
            <pc:docMk/>
            <pc:sldMk cId="2640873883" sldId="862"/>
            <ac:spMk id="8" creationId="{77D11FA3-06EF-AB7D-3903-8388A75D7243}"/>
          </ac:spMkLst>
        </pc:spChg>
      </pc:sldChg>
      <pc:sldChg chg="modSp mod">
        <pc:chgData name="Pedro Barbosa" userId="b6c63d36-b9ea-45b4-ac43-84741010928a" providerId="ADAL" clId="{6B2F3F89-31DA-47F8-81AD-005CD17DB065}" dt="2025-08-06T19:03:55.688" v="7" actId="1076"/>
        <pc:sldMkLst>
          <pc:docMk/>
          <pc:sldMk cId="1689995318" sldId="864"/>
        </pc:sldMkLst>
        <pc:spChg chg="mod">
          <ac:chgData name="Pedro Barbosa" userId="b6c63d36-b9ea-45b4-ac43-84741010928a" providerId="ADAL" clId="{6B2F3F89-31DA-47F8-81AD-005CD17DB065}" dt="2025-08-06T19:03:55.688" v="7" actId="1076"/>
          <ac:spMkLst>
            <pc:docMk/>
            <pc:sldMk cId="1689995318" sldId="864"/>
            <ac:spMk id="7" creationId="{EF57967D-37A0-0C51-C783-5F5FDBA3E7E2}"/>
          </ac:spMkLst>
        </pc:spChg>
        <pc:spChg chg="mod">
          <ac:chgData name="Pedro Barbosa" userId="b6c63d36-b9ea-45b4-ac43-84741010928a" providerId="ADAL" clId="{6B2F3F89-31DA-47F8-81AD-005CD17DB065}" dt="2025-08-06T19:03:52.663" v="6" actId="1076"/>
          <ac:spMkLst>
            <pc:docMk/>
            <pc:sldMk cId="1689995318" sldId="864"/>
            <ac:spMk id="8" creationId="{7473B8F2-C5E8-BE00-3A9D-C5E052ED6FC7}"/>
          </ac:spMkLst>
        </pc:spChg>
      </pc:sldChg>
    </pc:docChg>
  </pc:docChgLst>
  <pc:docChgLst>
    <pc:chgData name="Samuel  Costa" userId="e4b51b7e-2ebf-4ee6-adb0-d5f55f7299d8" providerId="ADAL" clId="{43940CE2-C7BD-4C70-A83E-1FDBD57ECF04}"/>
    <pc:docChg chg="undo custSel modSld">
      <pc:chgData name="Samuel  Costa" userId="e4b51b7e-2ebf-4ee6-adb0-d5f55f7299d8" providerId="ADAL" clId="{43940CE2-C7BD-4C70-A83E-1FDBD57ECF04}" dt="2025-06-02T20:02:57.755" v="1696" actId="20577"/>
      <pc:docMkLst>
        <pc:docMk/>
      </pc:docMkLst>
      <pc:sldChg chg="addSp delSp modSp mod">
        <pc:chgData name="Samuel  Costa" userId="e4b51b7e-2ebf-4ee6-adb0-d5f55f7299d8" providerId="ADAL" clId="{43940CE2-C7BD-4C70-A83E-1FDBD57ECF04}" dt="2025-06-02T19:48:23.648" v="1477" actId="207"/>
        <pc:sldMkLst>
          <pc:docMk/>
          <pc:sldMk cId="1998758846" sldId="278"/>
        </pc:sldMkLst>
      </pc:sldChg>
      <pc:sldChg chg="addSp delSp modSp mod">
        <pc:chgData name="Samuel  Costa" userId="e4b51b7e-2ebf-4ee6-adb0-d5f55f7299d8" providerId="ADAL" clId="{43940CE2-C7BD-4C70-A83E-1FDBD57ECF04}" dt="2025-06-02T20:02:57.755" v="1696" actId="20577"/>
        <pc:sldMkLst>
          <pc:docMk/>
          <pc:sldMk cId="2363864758" sldId="279"/>
        </pc:sldMkLst>
      </pc:sldChg>
    </pc:docChg>
  </pc:docChgLst>
  <pc:docChgLst>
    <pc:chgData name="Thalita Simão" userId="106ab71b-e979-4371-bc89-fec82aa30bee" providerId="ADAL" clId="{C6F11F12-8F4B-4B79-B7DB-48C5F0E8B1AA}"/>
    <pc:docChg chg="custSel addSld delSld modSld sldOrd">
      <pc:chgData name="Thalita Simão" userId="106ab71b-e979-4371-bc89-fec82aa30bee" providerId="ADAL" clId="{C6F11F12-8F4B-4B79-B7DB-48C5F0E8B1AA}" dt="2025-08-12T14:26:05.578" v="147" actId="1076"/>
      <pc:docMkLst>
        <pc:docMk/>
      </pc:docMkLst>
      <pc:sldChg chg="modSp mod">
        <pc:chgData name="Thalita Simão" userId="106ab71b-e979-4371-bc89-fec82aa30bee" providerId="ADAL" clId="{C6F11F12-8F4B-4B79-B7DB-48C5F0E8B1AA}" dt="2025-08-12T14:11:40.425" v="22" actId="20577"/>
        <pc:sldMkLst>
          <pc:docMk/>
          <pc:sldMk cId="0" sldId="256"/>
        </pc:sldMkLst>
        <pc:spChg chg="mod">
          <ac:chgData name="Thalita Simão" userId="106ab71b-e979-4371-bc89-fec82aa30bee" providerId="ADAL" clId="{C6F11F12-8F4B-4B79-B7DB-48C5F0E8B1AA}" dt="2025-08-12T14:11:40.425" v="22" actId="20577"/>
          <ac:spMkLst>
            <pc:docMk/>
            <pc:sldMk cId="0" sldId="256"/>
            <ac:spMk id="19" creationId="{FF7F814E-F8E9-E570-064C-E7FE60E3FB0B}"/>
          </ac:spMkLst>
        </pc:spChg>
      </pc:sldChg>
      <pc:sldChg chg="add ord">
        <pc:chgData name="Thalita Simão" userId="106ab71b-e979-4371-bc89-fec82aa30bee" providerId="ADAL" clId="{C6F11F12-8F4B-4B79-B7DB-48C5F0E8B1AA}" dt="2025-08-12T14:17:04.077" v="31"/>
        <pc:sldMkLst>
          <pc:docMk/>
          <pc:sldMk cId="2893595804" sldId="311"/>
        </pc:sldMkLst>
      </pc:sldChg>
      <pc:sldChg chg="addSp delSp modSp add mod">
        <pc:chgData name="Thalita Simão" userId="106ab71b-e979-4371-bc89-fec82aa30bee" providerId="ADAL" clId="{C6F11F12-8F4B-4B79-B7DB-48C5F0E8B1AA}" dt="2025-08-12T14:18:44.474" v="57" actId="1076"/>
        <pc:sldMkLst>
          <pc:docMk/>
          <pc:sldMk cId="4163899401" sldId="312"/>
        </pc:sldMkLst>
        <pc:picChg chg="del">
          <ac:chgData name="Thalita Simão" userId="106ab71b-e979-4371-bc89-fec82aa30bee" providerId="ADAL" clId="{C6F11F12-8F4B-4B79-B7DB-48C5F0E8B1AA}" dt="2025-08-12T14:18:31.672" v="53" actId="478"/>
          <ac:picMkLst>
            <pc:docMk/>
            <pc:sldMk cId="4163899401" sldId="312"/>
            <ac:picMk id="4" creationId="{0C9F92B8-9D6C-F882-DFC8-0DE40B6FC7BA}"/>
          </ac:picMkLst>
        </pc:picChg>
        <pc:picChg chg="add mod">
          <ac:chgData name="Thalita Simão" userId="106ab71b-e979-4371-bc89-fec82aa30bee" providerId="ADAL" clId="{C6F11F12-8F4B-4B79-B7DB-48C5F0E8B1AA}" dt="2025-08-12T14:18:44.474" v="57" actId="1076"/>
          <ac:picMkLst>
            <pc:docMk/>
            <pc:sldMk cId="4163899401" sldId="312"/>
            <ac:picMk id="7" creationId="{4BFD4A7D-BA14-D37E-6625-7A8FFCBFE6C8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18:29.007" v="52" actId="1076"/>
        <pc:sldMkLst>
          <pc:docMk/>
          <pc:sldMk cId="1532591498" sldId="313"/>
        </pc:sldMkLst>
        <pc:picChg chg="del">
          <ac:chgData name="Thalita Simão" userId="106ab71b-e979-4371-bc89-fec82aa30bee" providerId="ADAL" clId="{C6F11F12-8F4B-4B79-B7DB-48C5F0E8B1AA}" dt="2025-08-12T14:18:21.060" v="46" actId="478"/>
          <ac:picMkLst>
            <pc:docMk/>
            <pc:sldMk cId="1532591498" sldId="313"/>
            <ac:picMk id="4" creationId="{EA01A96B-38FA-06BF-94AA-1ABD3A254CD3}"/>
          </ac:picMkLst>
        </pc:picChg>
        <pc:picChg chg="add mod">
          <ac:chgData name="Thalita Simão" userId="106ab71b-e979-4371-bc89-fec82aa30bee" providerId="ADAL" clId="{C6F11F12-8F4B-4B79-B7DB-48C5F0E8B1AA}" dt="2025-08-12T14:18:29.007" v="52" actId="1076"/>
          <ac:picMkLst>
            <pc:docMk/>
            <pc:sldMk cId="1532591498" sldId="313"/>
            <ac:picMk id="6" creationId="{9970C731-9886-7FCB-D8A4-944713F37090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0:50.617" v="71" actId="1076"/>
        <pc:sldMkLst>
          <pc:docMk/>
          <pc:sldMk cId="3799807965" sldId="316"/>
        </pc:sldMkLst>
        <pc:picChg chg="del">
          <ac:chgData name="Thalita Simão" userId="106ab71b-e979-4371-bc89-fec82aa30bee" providerId="ADAL" clId="{C6F11F12-8F4B-4B79-B7DB-48C5F0E8B1AA}" dt="2025-08-12T14:20:43.184" v="68" actId="478"/>
          <ac:picMkLst>
            <pc:docMk/>
            <pc:sldMk cId="3799807965" sldId="316"/>
            <ac:picMk id="4" creationId="{49A3C5DC-85E7-A510-B577-131A6DCECDC0}"/>
          </ac:picMkLst>
        </pc:picChg>
        <pc:picChg chg="add mod">
          <ac:chgData name="Thalita Simão" userId="106ab71b-e979-4371-bc89-fec82aa30bee" providerId="ADAL" clId="{C6F11F12-8F4B-4B79-B7DB-48C5F0E8B1AA}" dt="2025-08-12T14:20:50.617" v="71" actId="1076"/>
          <ac:picMkLst>
            <pc:docMk/>
            <pc:sldMk cId="3799807965" sldId="316"/>
            <ac:picMk id="7" creationId="{9B2B12A7-1574-6F99-E765-CB4E194C659C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2:37.125" v="87" actId="14100"/>
        <pc:sldMkLst>
          <pc:docMk/>
          <pc:sldMk cId="1108301597" sldId="317"/>
        </pc:sldMkLst>
        <pc:picChg chg="add mod">
          <ac:chgData name="Thalita Simão" userId="106ab71b-e979-4371-bc89-fec82aa30bee" providerId="ADAL" clId="{C6F11F12-8F4B-4B79-B7DB-48C5F0E8B1AA}" dt="2025-08-12T14:22:06.756" v="81" actId="1076"/>
          <ac:picMkLst>
            <pc:docMk/>
            <pc:sldMk cId="1108301597" sldId="317"/>
            <ac:picMk id="4" creationId="{232B7174-8FC4-8E52-45DC-91FC39F55F4A}"/>
          </ac:picMkLst>
        </pc:picChg>
        <pc:picChg chg="del">
          <ac:chgData name="Thalita Simão" userId="106ab71b-e979-4371-bc89-fec82aa30bee" providerId="ADAL" clId="{C6F11F12-8F4B-4B79-B7DB-48C5F0E8B1AA}" dt="2025-08-12T14:17:59.805" v="45" actId="478"/>
          <ac:picMkLst>
            <pc:docMk/>
            <pc:sldMk cId="1108301597" sldId="317"/>
            <ac:picMk id="7" creationId="{96B28067-1197-C0CA-F539-927E0FD8B8D0}"/>
          </ac:picMkLst>
        </pc:picChg>
        <pc:picChg chg="add mod">
          <ac:chgData name="Thalita Simão" userId="106ab71b-e979-4371-bc89-fec82aa30bee" providerId="ADAL" clId="{C6F11F12-8F4B-4B79-B7DB-48C5F0E8B1AA}" dt="2025-08-12T14:22:08.850" v="82" actId="1076"/>
          <ac:picMkLst>
            <pc:docMk/>
            <pc:sldMk cId="1108301597" sldId="317"/>
            <ac:picMk id="10" creationId="{B34DFA9B-B79B-1352-532F-29CE972742B2}"/>
          </ac:picMkLst>
        </pc:picChg>
        <pc:picChg chg="add mod">
          <ac:chgData name="Thalita Simão" userId="106ab71b-e979-4371-bc89-fec82aa30bee" providerId="ADAL" clId="{C6F11F12-8F4B-4B79-B7DB-48C5F0E8B1AA}" dt="2025-08-12T14:22:37.125" v="87" actId="14100"/>
          <ac:picMkLst>
            <pc:docMk/>
            <pc:sldMk cId="1108301597" sldId="317"/>
            <ac:picMk id="12" creationId="{CAEC87C6-35A9-A191-F745-762BCAE8ADFB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3:48.850" v="103" actId="1076"/>
        <pc:sldMkLst>
          <pc:docMk/>
          <pc:sldMk cId="2440675645" sldId="324"/>
        </pc:sldMkLst>
        <pc:picChg chg="add mod">
          <ac:chgData name="Thalita Simão" userId="106ab71b-e979-4371-bc89-fec82aa30bee" providerId="ADAL" clId="{C6F11F12-8F4B-4B79-B7DB-48C5F0E8B1AA}" dt="2025-08-12T14:23:48.850" v="103" actId="1076"/>
          <ac:picMkLst>
            <pc:docMk/>
            <pc:sldMk cId="2440675645" sldId="324"/>
            <ac:picMk id="4" creationId="{00B7D307-81AD-AFD4-1D39-36367315E50B}"/>
          </ac:picMkLst>
        </pc:picChg>
        <pc:picChg chg="del">
          <ac:chgData name="Thalita Simão" userId="106ab71b-e979-4371-bc89-fec82aa30bee" providerId="ADAL" clId="{C6F11F12-8F4B-4B79-B7DB-48C5F0E8B1AA}" dt="2025-08-12T14:17:55.624" v="41" actId="478"/>
          <ac:picMkLst>
            <pc:docMk/>
            <pc:sldMk cId="2440675645" sldId="324"/>
            <ac:picMk id="7" creationId="{A4C823FA-7972-958B-3ECB-139F9DCE7079}"/>
          </ac:picMkLst>
        </pc:picChg>
      </pc:sldChg>
      <pc:sldChg chg="del">
        <pc:chgData name="Thalita Simão" userId="106ab71b-e979-4371-bc89-fec82aa30bee" providerId="ADAL" clId="{C6F11F12-8F4B-4B79-B7DB-48C5F0E8B1AA}" dt="2025-08-12T14:11:51.390" v="25" actId="2696"/>
        <pc:sldMkLst>
          <pc:docMk/>
          <pc:sldMk cId="131220767" sldId="817"/>
        </pc:sldMkLst>
      </pc:sldChg>
      <pc:sldChg chg="del">
        <pc:chgData name="Thalita Simão" userId="106ab71b-e979-4371-bc89-fec82aa30bee" providerId="ADAL" clId="{C6F11F12-8F4B-4B79-B7DB-48C5F0E8B1AA}" dt="2025-08-12T14:11:45.253" v="23" actId="2696"/>
        <pc:sldMkLst>
          <pc:docMk/>
          <pc:sldMk cId="3218451490" sldId="854"/>
        </pc:sldMkLst>
      </pc:sldChg>
      <pc:sldChg chg="del">
        <pc:chgData name="Thalita Simão" userId="106ab71b-e979-4371-bc89-fec82aa30bee" providerId="ADAL" clId="{C6F11F12-8F4B-4B79-B7DB-48C5F0E8B1AA}" dt="2025-08-12T14:11:46.955" v="24" actId="2696"/>
        <pc:sldMkLst>
          <pc:docMk/>
          <pc:sldMk cId="4022383354" sldId="855"/>
        </pc:sldMkLst>
      </pc:sldChg>
      <pc:sldChg chg="addSp delSp modSp add mod">
        <pc:chgData name="Thalita Simão" userId="106ab71b-e979-4371-bc89-fec82aa30bee" providerId="ADAL" clId="{C6F11F12-8F4B-4B79-B7DB-48C5F0E8B1AA}" dt="2025-08-12T14:23:20.226" v="98" actId="1076"/>
        <pc:sldMkLst>
          <pc:docMk/>
          <pc:sldMk cId="2403651406" sldId="856"/>
        </pc:sldMkLst>
        <pc:picChg chg="add del mod">
          <ac:chgData name="Thalita Simão" userId="106ab71b-e979-4371-bc89-fec82aa30bee" providerId="ADAL" clId="{C6F11F12-8F4B-4B79-B7DB-48C5F0E8B1AA}" dt="2025-08-12T14:23:03.681" v="93" actId="478"/>
          <ac:picMkLst>
            <pc:docMk/>
            <pc:sldMk cId="2403651406" sldId="856"/>
            <ac:picMk id="4" creationId="{64361BAC-EF63-F8DE-64E5-9081107E677A}"/>
          </ac:picMkLst>
        </pc:picChg>
        <pc:picChg chg="del">
          <ac:chgData name="Thalita Simão" userId="106ab71b-e979-4371-bc89-fec82aa30bee" providerId="ADAL" clId="{C6F11F12-8F4B-4B79-B7DB-48C5F0E8B1AA}" dt="2025-08-12T14:17:57.037" v="42" actId="478"/>
          <ac:picMkLst>
            <pc:docMk/>
            <pc:sldMk cId="2403651406" sldId="856"/>
            <ac:picMk id="7" creationId="{D296058D-987C-5A20-5241-7B3E606E01F8}"/>
          </ac:picMkLst>
        </pc:picChg>
        <pc:picChg chg="add mod">
          <ac:chgData name="Thalita Simão" userId="106ab71b-e979-4371-bc89-fec82aa30bee" providerId="ADAL" clId="{C6F11F12-8F4B-4B79-B7DB-48C5F0E8B1AA}" dt="2025-08-12T14:23:20.226" v="98" actId="1076"/>
          <ac:picMkLst>
            <pc:docMk/>
            <pc:sldMk cId="2403651406" sldId="856"/>
            <ac:picMk id="10" creationId="{EB5524B5-85E5-25E7-2671-E08BECC6B9C8}"/>
          </ac:picMkLst>
        </pc:picChg>
        <pc:picChg chg="del mod">
          <ac:chgData name="Thalita Simão" userId="106ab71b-e979-4371-bc89-fec82aa30bee" providerId="ADAL" clId="{C6F11F12-8F4B-4B79-B7DB-48C5F0E8B1AA}" dt="2025-08-12T14:17:57.739" v="44" actId="478"/>
          <ac:picMkLst>
            <pc:docMk/>
            <pc:sldMk cId="2403651406" sldId="856"/>
            <ac:picMk id="12" creationId="{E06EE7E5-59C2-D16D-5152-1BB330B97065}"/>
          </ac:picMkLst>
        </pc:picChg>
      </pc:sldChg>
      <pc:sldChg chg="del">
        <pc:chgData name="Thalita Simão" userId="106ab71b-e979-4371-bc89-fec82aa30bee" providerId="ADAL" clId="{C6F11F12-8F4B-4B79-B7DB-48C5F0E8B1AA}" dt="2025-08-12T14:11:53.255" v="26" actId="2696"/>
        <pc:sldMkLst>
          <pc:docMk/>
          <pc:sldMk cId="1176418755" sldId="858"/>
        </pc:sldMkLst>
      </pc:sldChg>
      <pc:sldChg chg="del">
        <pc:chgData name="Thalita Simão" userId="106ab71b-e979-4371-bc89-fec82aa30bee" providerId="ADAL" clId="{C6F11F12-8F4B-4B79-B7DB-48C5F0E8B1AA}" dt="2025-08-12T14:11:54.920" v="27" actId="2696"/>
        <pc:sldMkLst>
          <pc:docMk/>
          <pc:sldMk cId="676525015" sldId="859"/>
        </pc:sldMkLst>
      </pc:sldChg>
      <pc:sldChg chg="del">
        <pc:chgData name="Thalita Simão" userId="106ab71b-e979-4371-bc89-fec82aa30bee" providerId="ADAL" clId="{C6F11F12-8F4B-4B79-B7DB-48C5F0E8B1AA}" dt="2025-08-12T14:11:56.576" v="28" actId="2696"/>
        <pc:sldMkLst>
          <pc:docMk/>
          <pc:sldMk cId="326783288" sldId="860"/>
        </pc:sldMkLst>
      </pc:sldChg>
      <pc:sldChg chg="addSp delSp modSp add mod">
        <pc:chgData name="Thalita Simão" userId="106ab71b-e979-4371-bc89-fec82aa30bee" providerId="ADAL" clId="{C6F11F12-8F4B-4B79-B7DB-48C5F0E8B1AA}" dt="2025-08-12T14:19:52.969" v="63" actId="1076"/>
        <pc:sldMkLst>
          <pc:docMk/>
          <pc:sldMk cId="2736025462" sldId="866"/>
        </pc:sldMkLst>
        <pc:picChg chg="add mod">
          <ac:chgData name="Thalita Simão" userId="106ab71b-e979-4371-bc89-fec82aa30bee" providerId="ADAL" clId="{C6F11F12-8F4B-4B79-B7DB-48C5F0E8B1AA}" dt="2025-08-12T14:19:52.969" v="63" actId="1076"/>
          <ac:picMkLst>
            <pc:docMk/>
            <pc:sldMk cId="2736025462" sldId="866"/>
            <ac:picMk id="4" creationId="{FA9822F5-97DB-CA7F-C3E6-55396080B521}"/>
          </ac:picMkLst>
        </pc:picChg>
        <pc:picChg chg="del">
          <ac:chgData name="Thalita Simão" userId="106ab71b-e979-4371-bc89-fec82aa30bee" providerId="ADAL" clId="{C6F11F12-8F4B-4B79-B7DB-48C5F0E8B1AA}" dt="2025-08-12T14:19:43.346" v="58" actId="478"/>
          <ac:picMkLst>
            <pc:docMk/>
            <pc:sldMk cId="2736025462" sldId="866"/>
            <ac:picMk id="7" creationId="{400F534F-FEDE-ADB7-F4D1-A8FE13C15B73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0:14.534" v="67" actId="1076"/>
        <pc:sldMkLst>
          <pc:docMk/>
          <pc:sldMk cId="1751836173" sldId="867"/>
        </pc:sldMkLst>
        <pc:picChg chg="del">
          <ac:chgData name="Thalita Simão" userId="106ab71b-e979-4371-bc89-fec82aa30bee" providerId="ADAL" clId="{C6F11F12-8F4B-4B79-B7DB-48C5F0E8B1AA}" dt="2025-08-12T14:20:09.074" v="64" actId="478"/>
          <ac:picMkLst>
            <pc:docMk/>
            <pc:sldMk cId="1751836173" sldId="867"/>
            <ac:picMk id="4" creationId="{5CCDDFE6-681F-0BF3-3842-EAE3E385190A}"/>
          </ac:picMkLst>
        </pc:picChg>
        <pc:picChg chg="add mod">
          <ac:chgData name="Thalita Simão" userId="106ab71b-e979-4371-bc89-fec82aa30bee" providerId="ADAL" clId="{C6F11F12-8F4B-4B79-B7DB-48C5F0E8B1AA}" dt="2025-08-12T14:20:14.534" v="67" actId="1076"/>
          <ac:picMkLst>
            <pc:docMk/>
            <pc:sldMk cId="1751836173" sldId="867"/>
            <ac:picMk id="7" creationId="{51D2E759-3538-9576-5318-BDBA5568AC55}"/>
          </ac:picMkLst>
        </pc:picChg>
      </pc:sldChg>
      <pc:sldChg chg="add">
        <pc:chgData name="Thalita Simão" userId="106ab71b-e979-4371-bc89-fec82aa30bee" providerId="ADAL" clId="{C6F11F12-8F4B-4B79-B7DB-48C5F0E8B1AA}" dt="2025-08-12T14:17:52.118" v="40"/>
        <pc:sldMkLst>
          <pc:docMk/>
          <pc:sldMk cId="3981242000" sldId="870"/>
        </pc:sldMkLst>
      </pc:sldChg>
      <pc:sldChg chg="addSp delSp modSp add mod">
        <pc:chgData name="Thalita Simão" userId="106ab71b-e979-4371-bc89-fec82aa30bee" providerId="ADAL" clId="{C6F11F12-8F4B-4B79-B7DB-48C5F0E8B1AA}" dt="2025-08-12T14:25:27.141" v="132" actId="1076"/>
        <pc:sldMkLst>
          <pc:docMk/>
          <pc:sldMk cId="4195018107" sldId="871"/>
        </pc:sldMkLst>
        <pc:picChg chg="del">
          <ac:chgData name="Thalita Simão" userId="106ab71b-e979-4371-bc89-fec82aa30bee" providerId="ADAL" clId="{C6F11F12-8F4B-4B79-B7DB-48C5F0E8B1AA}" dt="2025-08-12T14:23:54.442" v="105" actId="478"/>
          <ac:picMkLst>
            <pc:docMk/>
            <pc:sldMk cId="4195018107" sldId="871"/>
            <ac:picMk id="4" creationId="{AD248F3F-BF8C-061B-8850-DBA3F30D2217}"/>
          </ac:picMkLst>
        </pc:picChg>
        <pc:picChg chg="add mod">
          <ac:chgData name="Thalita Simão" userId="106ab71b-e979-4371-bc89-fec82aa30bee" providerId="ADAL" clId="{C6F11F12-8F4B-4B79-B7DB-48C5F0E8B1AA}" dt="2025-08-12T14:25:18.296" v="129" actId="1076"/>
          <ac:picMkLst>
            <pc:docMk/>
            <pc:sldMk cId="4195018107" sldId="871"/>
            <ac:picMk id="7" creationId="{063417AC-C5EE-8063-C3FF-E8C3106E7F63}"/>
          </ac:picMkLst>
        </pc:picChg>
        <pc:picChg chg="add mod">
          <ac:chgData name="Thalita Simão" userId="106ab71b-e979-4371-bc89-fec82aa30bee" providerId="ADAL" clId="{C6F11F12-8F4B-4B79-B7DB-48C5F0E8B1AA}" dt="2025-08-12T14:25:22.260" v="130" actId="1076"/>
          <ac:picMkLst>
            <pc:docMk/>
            <pc:sldMk cId="4195018107" sldId="871"/>
            <ac:picMk id="10" creationId="{0C828C02-0192-2CB9-2107-0AB6E25E8D08}"/>
          </ac:picMkLst>
        </pc:picChg>
        <pc:picChg chg="add mod">
          <ac:chgData name="Thalita Simão" userId="106ab71b-e979-4371-bc89-fec82aa30bee" providerId="ADAL" clId="{C6F11F12-8F4B-4B79-B7DB-48C5F0E8B1AA}" dt="2025-08-12T14:25:27.141" v="132" actId="1076"/>
          <ac:picMkLst>
            <pc:docMk/>
            <pc:sldMk cId="4195018107" sldId="871"/>
            <ac:picMk id="12" creationId="{43D28312-5EC1-A95A-78FB-EBE4213E59FE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5:45.470" v="139" actId="1076"/>
        <pc:sldMkLst>
          <pc:docMk/>
          <pc:sldMk cId="1126246341" sldId="872"/>
        </pc:sldMkLst>
        <pc:picChg chg="add mod">
          <ac:chgData name="Thalita Simão" userId="106ab71b-e979-4371-bc89-fec82aa30bee" providerId="ADAL" clId="{C6F11F12-8F4B-4B79-B7DB-48C5F0E8B1AA}" dt="2025-08-12T14:25:45.470" v="139" actId="1076"/>
          <ac:picMkLst>
            <pc:docMk/>
            <pc:sldMk cId="1126246341" sldId="872"/>
            <ac:picMk id="4" creationId="{0F4DC1AC-C3E0-241A-FEC8-01A11BDE2366}"/>
          </ac:picMkLst>
        </pc:picChg>
        <pc:picChg chg="del">
          <ac:chgData name="Thalita Simão" userId="106ab71b-e979-4371-bc89-fec82aa30bee" providerId="ADAL" clId="{C6F11F12-8F4B-4B79-B7DB-48C5F0E8B1AA}" dt="2025-08-12T14:25:32.120" v="136" actId="478"/>
          <ac:picMkLst>
            <pc:docMk/>
            <pc:sldMk cId="1126246341" sldId="872"/>
            <ac:picMk id="7" creationId="{9179B36E-38C0-AA91-D91F-6A66EF87E4E1}"/>
          </ac:picMkLst>
        </pc:picChg>
        <pc:picChg chg="del">
          <ac:chgData name="Thalita Simão" userId="106ab71b-e979-4371-bc89-fec82aa30bee" providerId="ADAL" clId="{C6F11F12-8F4B-4B79-B7DB-48C5F0E8B1AA}" dt="2025-08-12T14:25:31.177" v="135" actId="478"/>
          <ac:picMkLst>
            <pc:docMk/>
            <pc:sldMk cId="1126246341" sldId="872"/>
            <ac:picMk id="10" creationId="{1158BE39-6555-5FA1-3843-8D21CDCDF26D}"/>
          </ac:picMkLst>
        </pc:picChg>
        <pc:picChg chg="del">
          <ac:chgData name="Thalita Simão" userId="106ab71b-e979-4371-bc89-fec82aa30bee" providerId="ADAL" clId="{C6F11F12-8F4B-4B79-B7DB-48C5F0E8B1AA}" dt="2025-08-12T14:25:30.439" v="134" actId="478"/>
          <ac:picMkLst>
            <pc:docMk/>
            <pc:sldMk cId="1126246341" sldId="872"/>
            <ac:picMk id="12" creationId="{F72BF5D9-B258-FC81-203D-9FE524371B24}"/>
          </ac:picMkLst>
        </pc:picChg>
      </pc:sldChg>
      <pc:sldChg chg="addSp delSp modSp add mod">
        <pc:chgData name="Thalita Simão" userId="106ab71b-e979-4371-bc89-fec82aa30bee" providerId="ADAL" clId="{C6F11F12-8F4B-4B79-B7DB-48C5F0E8B1AA}" dt="2025-08-12T14:26:05.578" v="147" actId="1076"/>
        <pc:sldMkLst>
          <pc:docMk/>
          <pc:sldMk cId="2857763099" sldId="873"/>
        </pc:sldMkLst>
        <pc:picChg chg="del">
          <ac:chgData name="Thalita Simão" userId="106ab71b-e979-4371-bc89-fec82aa30bee" providerId="ADAL" clId="{C6F11F12-8F4B-4B79-B7DB-48C5F0E8B1AA}" dt="2025-08-12T14:25:52.542" v="141" actId="478"/>
          <ac:picMkLst>
            <pc:docMk/>
            <pc:sldMk cId="2857763099" sldId="873"/>
            <ac:picMk id="4" creationId="{EF4A4F57-2F4D-3F8E-B9E5-FA0E716BF06D}"/>
          </ac:picMkLst>
        </pc:picChg>
        <pc:picChg chg="add mod">
          <ac:chgData name="Thalita Simão" userId="106ab71b-e979-4371-bc89-fec82aa30bee" providerId="ADAL" clId="{C6F11F12-8F4B-4B79-B7DB-48C5F0E8B1AA}" dt="2025-08-12T14:26:05.578" v="147" actId="1076"/>
          <ac:picMkLst>
            <pc:docMk/>
            <pc:sldMk cId="2857763099" sldId="873"/>
            <ac:picMk id="7" creationId="{54A4222F-151C-C22B-0E6D-72C8E3C771E5}"/>
          </ac:picMkLst>
        </pc:picChg>
      </pc:sldChg>
    </pc:docChg>
  </pc:docChgLst>
  <pc:docChgLst>
    <pc:chgData name="Juliano Bernardon" userId="523a1557-5ab6-4f52-8e7d-2d6323faff82" providerId="ADAL" clId="{C697F066-FCCD-4EAD-9FE2-A56AF1569498}"/>
    <pc:docChg chg="undo redo custSel addSld delSld modSld sldOrd">
      <pc:chgData name="Juliano Bernardon" userId="523a1557-5ab6-4f52-8e7d-2d6323faff82" providerId="ADAL" clId="{C697F066-FCCD-4EAD-9FE2-A56AF1569498}" dt="2025-07-01T22:29:01.270" v="2280" actId="47"/>
      <pc:docMkLst>
        <pc:docMk/>
      </pc:docMkLst>
      <pc:sldChg chg="del">
        <pc:chgData name="Juliano Bernardon" userId="523a1557-5ab6-4f52-8e7d-2d6323faff82" providerId="ADAL" clId="{C697F066-FCCD-4EAD-9FE2-A56AF1569498}" dt="2025-07-01T22:29:01.270" v="2280" actId="47"/>
        <pc:sldMkLst>
          <pc:docMk/>
          <pc:sldMk cId="1998758846" sldId="278"/>
        </pc:sldMkLst>
      </pc:sldChg>
      <pc:sldChg chg="del">
        <pc:chgData name="Juliano Bernardon" userId="523a1557-5ab6-4f52-8e7d-2d6323faff82" providerId="ADAL" clId="{C697F066-FCCD-4EAD-9FE2-A56AF1569498}" dt="2025-07-01T22:29:01.270" v="2280" actId="47"/>
        <pc:sldMkLst>
          <pc:docMk/>
          <pc:sldMk cId="2363864758" sldId="279"/>
        </pc:sldMkLst>
      </pc:sldChg>
      <pc:sldChg chg="addSp delSp modSp add del mod ord">
        <pc:chgData name="Juliano Bernardon" userId="523a1557-5ab6-4f52-8e7d-2d6323faff82" providerId="ADAL" clId="{C697F066-FCCD-4EAD-9FE2-A56AF1569498}" dt="2025-07-01T21:01:19.158" v="1465" actId="47"/>
        <pc:sldMkLst>
          <pc:docMk/>
          <pc:sldMk cId="1252479552" sldId="861"/>
        </pc:sldMkLst>
      </pc:sldChg>
      <pc:sldChg chg="addSp delSp modSp add mod ord replId">
        <pc:chgData name="Juliano Bernardon" userId="523a1557-5ab6-4f52-8e7d-2d6323faff82" providerId="ADAL" clId="{C697F066-FCCD-4EAD-9FE2-A56AF1569498}" dt="2025-07-01T22:28:55.076" v="2279" actId="1076"/>
        <pc:sldMkLst>
          <pc:docMk/>
          <pc:sldMk cId="2640873883" sldId="862"/>
        </pc:sldMkLst>
      </pc:sldChg>
      <pc:sldChg chg="addSp delSp modSp add del mod">
        <pc:chgData name="Juliano Bernardon" userId="523a1557-5ab6-4f52-8e7d-2d6323faff82" providerId="ADAL" clId="{C697F066-FCCD-4EAD-9FE2-A56AF1569498}" dt="2025-07-01T21:01:16.998" v="1464" actId="47"/>
        <pc:sldMkLst>
          <pc:docMk/>
          <pc:sldMk cId="3050963775" sldId="863"/>
        </pc:sldMkLst>
      </pc:sldChg>
      <pc:sldChg chg="addSp delSp modSp add mod">
        <pc:chgData name="Juliano Bernardon" userId="523a1557-5ab6-4f52-8e7d-2d6323faff82" providerId="ADAL" clId="{C697F066-FCCD-4EAD-9FE2-A56AF1569498}" dt="2025-07-01T21:05:16.582" v="1506" actId="20577"/>
        <pc:sldMkLst>
          <pc:docMk/>
          <pc:sldMk cId="1689995318" sldId="864"/>
        </pc:sldMkLst>
      </pc:sldChg>
    </pc:docChg>
  </pc:docChgLst>
  <pc:docChgLst>
    <pc:chgData name="Thalita Simão" userId="106ab71b-e979-4371-bc89-fec82aa30bee" providerId="ADAL" clId="{95830B18-D0DF-45CC-A5B9-8729885AF277}"/>
    <pc:docChg chg="undo custSel addSld delSld modSld">
      <pc:chgData name="Thalita Simão" userId="106ab71b-e979-4371-bc89-fec82aa30bee" providerId="ADAL" clId="{95830B18-D0DF-45CC-A5B9-8729885AF277}" dt="2025-06-17T13:58:03.428" v="53" actId="478"/>
      <pc:docMkLst>
        <pc:docMk/>
      </pc:docMkLst>
      <pc:sldChg chg="addSp delSp modSp mod">
        <pc:chgData name="Thalita Simão" userId="106ab71b-e979-4371-bc89-fec82aa30bee" providerId="ADAL" clId="{95830B18-D0DF-45CC-A5B9-8729885AF277}" dt="2025-06-17T13:58:03.428" v="53" actId="478"/>
        <pc:sldMkLst>
          <pc:docMk/>
          <pc:sldMk cId="0" sldId="256"/>
        </pc:sldMkLst>
      </pc:sldChg>
      <pc:sldChg chg="del mod modShow">
        <pc:chgData name="Thalita Simão" userId="106ab71b-e979-4371-bc89-fec82aa30bee" providerId="ADAL" clId="{95830B18-D0DF-45CC-A5B9-8729885AF277}" dt="2025-06-17T13:56:28.570" v="13" actId="2696"/>
        <pc:sldMkLst>
          <pc:docMk/>
          <pc:sldMk cId="0" sldId="257"/>
        </pc:sldMkLst>
      </pc:sldChg>
      <pc:sldChg chg="del mod modShow">
        <pc:chgData name="Thalita Simão" userId="106ab71b-e979-4371-bc89-fec82aa30bee" providerId="ADAL" clId="{95830B18-D0DF-45CC-A5B9-8729885AF277}" dt="2025-06-17T13:56:25.003" v="11" actId="2696"/>
        <pc:sldMkLst>
          <pc:docMk/>
          <pc:sldMk cId="0" sldId="259"/>
        </pc:sldMkLst>
      </pc:sldChg>
      <pc:sldChg chg="del mod modShow">
        <pc:chgData name="Thalita Simão" userId="106ab71b-e979-4371-bc89-fec82aa30bee" providerId="ADAL" clId="{95830B18-D0DF-45CC-A5B9-8729885AF277}" dt="2025-06-17T13:56:22.579" v="10" actId="2696"/>
        <pc:sldMkLst>
          <pc:docMk/>
          <pc:sldMk cId="0" sldId="260"/>
        </pc:sldMkLst>
      </pc:sldChg>
      <pc:sldChg chg="del mod modShow">
        <pc:chgData name="Thalita Simão" userId="106ab71b-e979-4371-bc89-fec82aa30bee" providerId="ADAL" clId="{95830B18-D0DF-45CC-A5B9-8729885AF277}" dt="2025-06-17T13:56:18.697" v="8" actId="2696"/>
        <pc:sldMkLst>
          <pc:docMk/>
          <pc:sldMk cId="0" sldId="262"/>
        </pc:sldMkLst>
      </pc:sldChg>
      <pc:sldChg chg="add del">
        <pc:chgData name="Thalita Simão" userId="106ab71b-e979-4371-bc89-fec82aa30bee" providerId="ADAL" clId="{95830B18-D0DF-45CC-A5B9-8729885AF277}" dt="2025-06-17T13:58:01.484" v="44" actId="2696"/>
        <pc:sldMkLst>
          <pc:docMk/>
          <pc:sldMk cId="131220767" sldId="817"/>
        </pc:sldMkLst>
      </pc:sldChg>
      <pc:sldChg chg="add del">
        <pc:chgData name="Thalita Simão" userId="106ab71b-e979-4371-bc89-fec82aa30bee" providerId="ADAL" clId="{95830B18-D0DF-45CC-A5B9-8729885AF277}" dt="2025-06-17T13:58:01.770" v="46" actId="2696"/>
        <pc:sldMkLst>
          <pc:docMk/>
          <pc:sldMk cId="3218451490" sldId="854"/>
        </pc:sldMkLst>
      </pc:sldChg>
      <pc:sldChg chg="add del">
        <pc:chgData name="Thalita Simão" userId="106ab71b-e979-4371-bc89-fec82aa30bee" providerId="ADAL" clId="{95830B18-D0DF-45CC-A5B9-8729885AF277}" dt="2025-06-17T13:58:01.645" v="45" actId="2696"/>
        <pc:sldMkLst>
          <pc:docMk/>
          <pc:sldMk cId="4022383354" sldId="855"/>
        </pc:sldMkLst>
      </pc:sldChg>
      <pc:sldChg chg="del mod modShow">
        <pc:chgData name="Thalita Simão" userId="106ab71b-e979-4371-bc89-fec82aa30bee" providerId="ADAL" clId="{95830B18-D0DF-45CC-A5B9-8729885AF277}" dt="2025-06-17T13:56:20.946" v="9" actId="2696"/>
        <pc:sldMkLst>
          <pc:docMk/>
          <pc:sldMk cId="0" sldId="856"/>
        </pc:sldMkLst>
      </pc:sldChg>
      <pc:sldChg chg="add del">
        <pc:chgData name="Thalita Simão" userId="106ab71b-e979-4371-bc89-fec82aa30bee" providerId="ADAL" clId="{95830B18-D0DF-45CC-A5B9-8729885AF277}" dt="2025-06-17T13:58:01.356" v="43" actId="2696"/>
        <pc:sldMkLst>
          <pc:docMk/>
          <pc:sldMk cId="1176418755" sldId="858"/>
        </pc:sldMkLst>
      </pc:sldChg>
      <pc:sldChg chg="add del">
        <pc:chgData name="Thalita Simão" userId="106ab71b-e979-4371-bc89-fec82aa30bee" providerId="ADAL" clId="{95830B18-D0DF-45CC-A5B9-8729885AF277}" dt="2025-06-17T13:58:01.162" v="42" actId="2696"/>
        <pc:sldMkLst>
          <pc:docMk/>
          <pc:sldMk cId="676525015" sldId="859"/>
        </pc:sldMkLst>
      </pc:sldChg>
      <pc:sldChg chg="add del">
        <pc:chgData name="Thalita Simão" userId="106ab71b-e979-4371-bc89-fec82aa30bee" providerId="ADAL" clId="{95830B18-D0DF-45CC-A5B9-8729885AF277}" dt="2025-06-17T13:58:00.966" v="41" actId="2696"/>
        <pc:sldMkLst>
          <pc:docMk/>
          <pc:sldMk cId="326783288" sldId="860"/>
        </pc:sldMkLst>
      </pc:sldChg>
      <pc:sldChg chg="del mod modShow">
        <pc:chgData name="Thalita Simão" userId="106ab71b-e979-4371-bc89-fec82aa30bee" providerId="ADAL" clId="{95830B18-D0DF-45CC-A5B9-8729885AF277}" dt="2025-06-17T13:56:26.943" v="12" actId="2696"/>
        <pc:sldMkLst>
          <pc:docMk/>
          <pc:sldMk cId="0" sldId="861"/>
        </pc:sldMkLst>
      </pc:sldChg>
      <pc:sldChg chg="add del">
        <pc:chgData name="Thalita Simão" userId="106ab71b-e979-4371-bc89-fec82aa30bee" providerId="ADAL" clId="{95830B18-D0DF-45CC-A5B9-8729885AF277}" dt="2025-06-02T21:03:05.488" v="1" actId="2696"/>
        <pc:sldMkLst>
          <pc:docMk/>
          <pc:sldMk cId="212669946" sldId="8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3A5AB-85D2-4678-9599-BE0DDE4102EC}" type="datetimeFigureOut">
              <a:rPr lang="pt-BR" smtClean="0"/>
              <a:t>14/09/2026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BEF3A-C6C5-4B1F-81A3-8473B124D86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44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F0A5-CD73-44E7-FDE2-AD756AEC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085CA4-BF45-9955-2335-FB6152951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D649C9-1DCC-8D5A-CBAE-13CB041AD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8EA605-DC53-E22A-82DF-7BF076683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683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F2DC-9D41-6E41-0829-7F2A0059A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5AFC9-299E-9D16-8052-C3F7919D6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CD97-59C2-46D2-11E5-6A8AC0CC4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4770B-1266-87DE-6C4D-CABCB37A98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92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7D24-8B7A-8B0B-95A5-95A3F85E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FC20549-BE8C-D593-4342-E349D21AC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A3BE23-07A7-BC76-D892-5B6A070BB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C91EE1-2687-EF1A-10E8-EF2CCD4BC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380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48E7-931A-6567-0BA2-092A34013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DB9CA2-0947-07BF-BDF9-F5B137479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EA75D13-10FE-DA0F-0540-13DB78B98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FCB0DE-7A98-0081-728A-5CF7C7E09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9864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31CD-5AFA-D7DA-E204-E95B9A27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1D5A3D-493A-AA17-203B-82EEB5BE7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3AB8FCB-CB10-5C57-735A-3B92D5357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AD12F-2A89-73A2-C35F-1619CDB72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559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6E96-E9D4-8153-3198-17F0001A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CBAE5-00A8-BEBC-0CD5-D8165EC62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9888F-1F22-89E5-A4FE-D635EA221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1D9B8-0EDF-0DBF-69D1-1CFDBB5EF3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43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80-9F90-3C32-0F01-46C2957C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A066AF-1747-ACEB-0AB7-2B5D12B7D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DF90D3-C9D7-D208-4460-AD1AA5399A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B3264EC-C9FA-D2DD-58B9-413A8D416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2887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B83C-678E-75F5-6917-8F77C818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80BFA0-B449-CD35-BAC8-8C18650A6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B5A2E0C-9907-A582-08E6-3D91668A7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D6A9-1AF6-796C-40C6-AA8E8E20E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5137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7B06-8816-8408-8B42-A14CDBD4D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D17CDC1-E7B3-5CDA-901D-B9FE75BA5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4F49F2-B62D-7CF4-6D51-3E3AAEF0F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E309FDE-5D47-6C72-576C-9AE63E80FF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655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1BF20-0E81-2AB9-8C91-5BA73B5B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5AA23D-D4A8-71B6-D2A1-9FEDA8105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A0AFDB1-42D6-CA91-02A6-A4CF0D0CC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20D0A9-2640-B4ED-0EF9-83F29846D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650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F8B1-A9BA-FB78-5BDE-880B9C2C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CA4D00-8201-6F30-5CF0-6870DA052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EBD9B9-92A0-AE96-8CCE-E2C89BFFE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2112E5-FA7A-047D-05E0-FE95C8A89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BEF3A-C6C5-4B1F-81A3-8473B124D8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512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F6D32-1A73-BC02-A23C-D5DAA49ED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E86CE-D2AD-71A8-56B7-B67918B2D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EE4B3-6FCD-3C30-3D0E-69DC30DD8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FC7B8-B35C-F5EB-C0C9-96B3D4ECE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1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9020" y="9686925"/>
            <a:ext cx="2153256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28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39F2D-F330-A443-5AF8-AC45D5033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>
            <a:extLst>
              <a:ext uri="{FF2B5EF4-FFF2-40B4-BE49-F238E27FC236}">
                <a16:creationId xmlns:a16="http://schemas.microsoft.com/office/drawing/2014/main" id="{9DFB9177-2E08-0AC6-58CE-E312940059F2}"/>
              </a:ext>
            </a:extLst>
          </p:cNvPr>
          <p:cNvGrpSpPr/>
          <p:nvPr/>
        </p:nvGrpSpPr>
        <p:grpSpPr>
          <a:xfrm>
            <a:off x="12855312" y="-189554"/>
            <a:ext cx="5722248" cy="10666108"/>
            <a:chOff x="0" y="0"/>
            <a:chExt cx="2089706" cy="2809181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B4530BA1-69A2-BBEE-44E1-8513CC94F5D0}"/>
                </a:ext>
              </a:extLst>
            </p:cNvPr>
            <p:cNvSpPr/>
            <p:nvPr/>
          </p:nvSpPr>
          <p:spPr>
            <a:xfrm>
              <a:off x="0" y="0"/>
              <a:ext cx="2089706" cy="2809181"/>
            </a:xfrm>
            <a:custGeom>
              <a:avLst/>
              <a:gdLst/>
              <a:ahLst/>
              <a:cxnLst/>
              <a:rect l="l" t="t" r="r" b="b"/>
              <a:pathLst>
                <a:path w="2089706" h="2809181">
                  <a:moveTo>
                    <a:pt x="0" y="0"/>
                  </a:moveTo>
                  <a:lnTo>
                    <a:pt x="2089706" y="0"/>
                  </a:lnTo>
                  <a:lnTo>
                    <a:pt x="2089706" y="2809181"/>
                  </a:lnTo>
                  <a:lnTo>
                    <a:pt x="0" y="2809181"/>
                  </a:lnTo>
                  <a:close/>
                </a:path>
              </a:pathLst>
            </a:custGeom>
            <a:solidFill>
              <a:srgbClr val="06132C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CB9490D-56B3-526D-A343-FDFCF87E4296}"/>
                </a:ext>
              </a:extLst>
            </p:cNvPr>
            <p:cNvSpPr txBox="1"/>
            <p:nvPr/>
          </p:nvSpPr>
          <p:spPr>
            <a:xfrm>
              <a:off x="0" y="-28575"/>
              <a:ext cx="2089706" cy="28377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910EC965-1010-1610-4C49-146A7D756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52" y="966416"/>
            <a:ext cx="5148984" cy="1012169"/>
          </a:xfrm>
          <a:prstGeom prst="rect">
            <a:avLst/>
          </a:prstGeom>
        </p:spPr>
      </p:pic>
      <p:sp>
        <p:nvSpPr>
          <p:cNvPr id="2" name="TextBox 15">
            <a:extLst>
              <a:ext uri="{FF2B5EF4-FFF2-40B4-BE49-F238E27FC236}">
                <a16:creationId xmlns:a16="http://schemas.microsoft.com/office/drawing/2014/main" id="{8B0DA6F7-7D7E-BBDF-7B0D-6073E9975713}"/>
              </a:ext>
            </a:extLst>
          </p:cNvPr>
          <p:cNvSpPr txBox="1"/>
          <p:nvPr/>
        </p:nvSpPr>
        <p:spPr>
          <a:xfrm>
            <a:off x="831253" y="3883393"/>
            <a:ext cx="8312748" cy="185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7200" b="1" spc="-150" dirty="0" err="1">
                <a:solidFill>
                  <a:srgbClr val="06132C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Reunião</a:t>
            </a:r>
            <a:r>
              <a:rPr lang="en-US" sz="7200" b="1" spc="-150" dirty="0">
                <a:solidFill>
                  <a:srgbClr val="06132C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 de</a:t>
            </a:r>
          </a:p>
          <a:p>
            <a:pPr algn="l"/>
            <a:r>
              <a:rPr lang="en-US" sz="7200" b="1" spc="-150" dirty="0" err="1">
                <a:solidFill>
                  <a:srgbClr val="06132C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Acompanhamento</a:t>
            </a:r>
            <a:endParaRPr lang="en-US" sz="7200" b="1" spc="-150" dirty="0">
              <a:solidFill>
                <a:srgbClr val="06132C"/>
              </a:solidFill>
              <a:latin typeface="Aptos Serif" panose="020B0502040204020203" pitchFamily="18" charset="0"/>
              <a:ea typeface="Montserrat Extra-Light"/>
              <a:cs typeface="Aptos Serif" panose="020B0502040204020203" pitchFamily="18" charset="0"/>
              <a:sym typeface="Montserrat Extra-Light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EB76A8A6-4FDA-2F8E-7C9A-E85A21017CA6}"/>
              </a:ext>
            </a:extLst>
          </p:cNvPr>
          <p:cNvCxnSpPr>
            <a:cxnSpLocks/>
          </p:cNvCxnSpPr>
          <p:nvPr/>
        </p:nvCxnSpPr>
        <p:spPr>
          <a:xfrm>
            <a:off x="831252" y="5885881"/>
            <a:ext cx="2521548" cy="0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1F90BE-BF72-97DC-CC18-D3111713B0DA}"/>
              </a:ext>
            </a:extLst>
          </p:cNvPr>
          <p:cNvSpPr/>
          <p:nvPr/>
        </p:nvSpPr>
        <p:spPr>
          <a:xfrm>
            <a:off x="831252" y="7528560"/>
            <a:ext cx="10476828" cy="6643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92306F83-1518-CF18-67E8-97C6F249576C}"/>
              </a:ext>
            </a:extLst>
          </p:cNvPr>
          <p:cNvSpPr/>
          <p:nvPr/>
        </p:nvSpPr>
        <p:spPr>
          <a:xfrm>
            <a:off x="9797977" y="966416"/>
            <a:ext cx="6374082" cy="8354168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B0741D3-45A5-3CD0-DDC2-0C311E4F74B5}"/>
              </a:ext>
            </a:extLst>
          </p:cNvPr>
          <p:cNvSpPr txBox="1"/>
          <p:nvPr/>
        </p:nvSpPr>
        <p:spPr>
          <a:xfrm>
            <a:off x="711614" y="6830805"/>
            <a:ext cx="84323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Carteira de Investimentos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99B3F40-FFDE-F3CA-E390-BB185D117018}"/>
              </a:ext>
            </a:extLst>
          </p:cNvPr>
          <p:cNvSpPr txBox="1"/>
          <p:nvPr/>
        </p:nvSpPr>
        <p:spPr>
          <a:xfrm>
            <a:off x="831252" y="7629901"/>
            <a:ext cx="8432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Nome do Cliente</a:t>
            </a:r>
          </a:p>
        </p:txBody>
      </p:sp>
    </p:spTree>
    <p:extLst>
      <p:ext uri="{BB962C8B-B14F-4D97-AF65-F5344CB8AC3E}">
        <p14:creationId xmlns:p14="http://schemas.microsoft.com/office/powerpoint/2010/main" val="3548345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F0F54-8408-5923-92C0-70D06160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ECFCAB0-62E1-6AA4-08F9-1950ACF7E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334" y="9336316"/>
            <a:ext cx="2881715" cy="809738"/>
          </a:xfrm>
          <a:prstGeom prst="rect">
            <a:avLst/>
          </a:prstGeom>
        </p:spPr>
      </p:pic>
      <p:sp>
        <p:nvSpPr>
          <p:cNvPr id="18" name="Freeform 6">
            <a:extLst>
              <a:ext uri="{FF2B5EF4-FFF2-40B4-BE49-F238E27FC236}">
                <a16:creationId xmlns:a16="http://schemas.microsoft.com/office/drawing/2014/main" id="{D37BF836-0B2A-9691-AE8D-3CE914046F21}"/>
              </a:ext>
            </a:extLst>
          </p:cNvPr>
          <p:cNvSpPr/>
          <p:nvPr/>
        </p:nvSpPr>
        <p:spPr>
          <a:xfrm>
            <a:off x="831253" y="6047611"/>
            <a:ext cx="3931268" cy="738001"/>
          </a:xfrm>
          <a:custGeom>
            <a:avLst/>
            <a:gdLst/>
            <a:ahLst/>
            <a:cxnLst/>
            <a:rect l="l" t="t" r="r" b="b"/>
            <a:pathLst>
              <a:path w="3931268" h="738001">
                <a:moveTo>
                  <a:pt x="0" y="0"/>
                </a:moveTo>
                <a:lnTo>
                  <a:pt x="3931268" y="0"/>
                </a:lnTo>
                <a:lnTo>
                  <a:pt x="3931268" y="738001"/>
                </a:lnTo>
                <a:lnTo>
                  <a:pt x="0" y="73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38" b="-93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75AB526-7EBE-8EF0-8F83-4965F73E2584}"/>
              </a:ext>
            </a:extLst>
          </p:cNvPr>
          <p:cNvSpPr txBox="1"/>
          <p:nvPr/>
        </p:nvSpPr>
        <p:spPr>
          <a:xfrm>
            <a:off x="831253" y="3883393"/>
            <a:ext cx="10232987" cy="185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7200" b="1" spc="-150" dirty="0" err="1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Análise</a:t>
            </a:r>
            <a:endParaRPr lang="en-US" sz="7200" b="1" spc="-150" dirty="0">
              <a:solidFill>
                <a:schemeClr val="bg1"/>
              </a:solidFill>
              <a:latin typeface="Aptos Serif" panose="020B0502040204020203" pitchFamily="18" charset="0"/>
              <a:ea typeface="Montserrat Extra-Light"/>
              <a:cs typeface="Aptos Serif" panose="020B0502040204020203" pitchFamily="18" charset="0"/>
              <a:sym typeface="Montserrat Extra-Light"/>
            </a:endParaRPr>
          </a:p>
          <a:p>
            <a:pPr algn="l"/>
            <a:r>
              <a:rPr lang="en-US" sz="7200" b="1" spc="-150" dirty="0" err="1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Macroeconômica</a:t>
            </a:r>
            <a:endParaRPr lang="en-US" sz="7200" b="1" spc="-150" dirty="0">
              <a:solidFill>
                <a:schemeClr val="bg1"/>
              </a:solidFill>
              <a:latin typeface="Aptos Serif" panose="020B0502040204020203" pitchFamily="18" charset="0"/>
              <a:ea typeface="Montserrat Extra-Light"/>
              <a:cs typeface="Aptos Serif" panose="020B0502040204020203" pitchFamily="18" charset="0"/>
              <a:sym typeface="Montserrat Extra-Light"/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B15B5CF1-6D8D-037F-F5BA-CDD67E7BBA5D}"/>
              </a:ext>
            </a:extLst>
          </p:cNvPr>
          <p:cNvSpPr/>
          <p:nvPr/>
        </p:nvSpPr>
        <p:spPr>
          <a:xfrm>
            <a:off x="8280400" y="-2365383"/>
            <a:ext cx="11806221" cy="15017765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33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23EF1-45B2-5582-89C3-AB421985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447A37A-A526-DB91-2B48-127CC6D22886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3195EB6F-1BCD-9C1B-4AE7-BFDC460EA597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BB40E4A2-0B41-0B5F-91B4-7259C5F66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19CCB3AC-B28D-AA9E-FF93-D0BBAF6DAC97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Cenário Internacional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A365EAA-499D-9ABF-6F5A-26D1274C1A90}"/>
              </a:ext>
            </a:extLst>
          </p:cNvPr>
          <p:cNvSpPr txBox="1"/>
          <p:nvPr/>
        </p:nvSpPr>
        <p:spPr>
          <a:xfrm>
            <a:off x="864000" y="1186968"/>
            <a:ext cx="8945018" cy="79130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Expectativa para a reunião do </a:t>
            </a:r>
            <a:r>
              <a:rPr lang="pt-BR" b="1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Fed</a:t>
            </a:r>
            <a:endParaRPr lang="pt-BR" b="1" kern="1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Após o Federal Reserve manter a taxa de juros na faixa de 3,50% a 3,75% em decisão dividida no fim de julho, as atenções do mercado voltaram-se para a reunião de setembro. Discursos do presidente Kevin </a:t>
            </a:r>
            <a:r>
              <a:rPr lang="pt-BR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Warsh</a:t>
            </a: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 no Simpósio de Jackson Hole reiteraram o compromisso com a estabilidade de preços em meio a divergências internas no comitê, mantendo a incerteza se o ciclo de manutenção continuará ou se novas elevações serão necessárias no curto prazo.</a:t>
            </a:r>
            <a:endParaRPr lang="pt-BR" sz="400" kern="1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Petróleo ultrapassa os US$ 100 com o agravamento das tensões no Oriente Médio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A escalada dos conflitos envolvendo EUA e Irã no Oriente Médio intensificou os receios de interrupções logísticas no Estreito de Ormuz. Com o aumento expressivo dos riscos sobre a oferta de energia, a cotação do barril de petróleo Brent rompeu a marca dos US$ 100 no início de setembro, renovando a pressão sobre as cadeias globais e ampliando os riscos inflacionários para as principais economias.</a:t>
            </a:r>
            <a:endParaRPr lang="pt-BR" sz="400" kern="1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Desaceleração na China e tarifas comerciais aumentam incerteza global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Indicadores recentes de consumo e atividade industrial na China mostram perda de fôlego, atuando como um contraponto deflacionário global, mas reduzindo a demanda por commodities metálicas. Paralelamente, a entrada em vigor de novas alíquotas de importação impostas pelos EUA e medidas retaliatórias adicionam rigidez aos custos de produção internacionais.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8F41B116-FD04-1CB0-AC79-DAEC3BBE9A63}"/>
              </a:ext>
            </a:extLst>
          </p:cNvPr>
          <p:cNvSpPr/>
          <p:nvPr/>
        </p:nvSpPr>
        <p:spPr>
          <a:xfrm>
            <a:off x="15826740" y="6970736"/>
            <a:ext cx="1508760" cy="39744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4CB537-8DEC-D247-87FF-440F15E1D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000" y="3146909"/>
            <a:ext cx="7200000" cy="399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3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CEC64-B962-A6BC-3F1A-BBE9D1FB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F5C89BC-4B45-A411-2972-303AC0AA03B7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667DFB53-631D-2402-0527-83CC30F4F0CE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4D5D6A17-060B-B6DE-EDB6-997D13C76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6E24AA81-37DE-D720-040E-9B91DC4B7B34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Cenário Nacional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F287FD-0A8A-2ACE-46D0-F762F8CA3872}"/>
              </a:ext>
            </a:extLst>
          </p:cNvPr>
          <p:cNvSpPr txBox="1"/>
          <p:nvPr/>
        </p:nvSpPr>
        <p:spPr>
          <a:xfrm>
            <a:off x="889100" y="1056163"/>
            <a:ext cx="8919917" cy="79130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IPCA-15 de agosto reflete pressões pontuais, mas mantém inflação sob vigilância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O IPCA-15 de agosto acelerou para 0,19% (após o 0,06% em julho), levando o acumulado em 12 meses para próximo de 4,35%. Embora tenha ocorrido ligeiro alívio na comparação interanual, a alta recente das commodities energéticas (petróleo) e a volatilidade do câmbio voltam a pressionar os preços livres e de serviços, mantendo a inflação acumulada próxima ao teto da meta (4,50%).</a:t>
            </a:r>
            <a:endParaRPr lang="pt-BR" sz="400" kern="1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Copom sinaliza cautela reforçada para as próximas decisões sobre a Selic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Após o corte de 0,25 </a:t>
            </a:r>
            <a:r>
              <a:rPr lang="pt-BR" kern="100" dirty="0" err="1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p.p</a:t>
            </a: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. na reunião de início de agosto (que reduziu a Selic a 14,00% ao ano), as atas e declarações recentes do Banco Central enfatizaram que novos passos dependerão estritamente da ancoragem das expectativas. Diante do choque do petróleo no exterior e da volatilidade do dólar, o mercado passa a precificar uma pausa ou ritmo ainda mais gradativo nos ajustes das próximas reuniões.</a:t>
            </a:r>
            <a:endParaRPr lang="pt-BR" sz="400" b="1" kern="100" dirty="0">
              <a:solidFill>
                <a:schemeClr val="tx1">
                  <a:lumMod val="65000"/>
                  <a:lumOff val="35000"/>
                </a:schemeClr>
              </a:solidFill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Pleito de outubro e meta fiscal intensificam volatilidade no câmbio e juros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pt-BR" kern="100" dirty="0">
                <a:solidFill>
                  <a:schemeClr val="tx1">
                    <a:lumMod val="65000"/>
                    <a:lumOff val="35000"/>
                  </a:schemeClr>
                </a:solidFill>
                <a:cs typeface="Times New Roman" panose="02020603050405020304" pitchFamily="18" charset="0"/>
              </a:rPr>
              <a:t>Com a entrada em setembro e a proximidade do primeiro turno das eleições de outubro de 2026, a sensibilidade dos ativos locais aumentou significativamente. Dúvidas do mercado em relação ao cumprimento das metas fiscais de 2026 e 2027, somadas às pesquisas eleitorais, mantêm a curva de juros longos inclinada, a Bolsa sob pressão e o Dólar operando em patamares elevados.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13F391C-8E14-7EF8-B051-B40B158C2F4A}"/>
              </a:ext>
            </a:extLst>
          </p:cNvPr>
          <p:cNvSpPr/>
          <p:nvPr/>
        </p:nvSpPr>
        <p:spPr>
          <a:xfrm>
            <a:off x="16517356" y="7149046"/>
            <a:ext cx="881543" cy="3189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AD0129-7D85-A076-3F64-BBCB80E9C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000" y="2602040"/>
            <a:ext cx="7200000" cy="508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66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78C4-BE00-8A1E-25CE-3F8E42F0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A467DEA1-DD57-55D9-163F-F8E754435B9C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6C23808-32EA-51BE-A269-39B9348BBE4F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1FF3E507-B46F-666D-D1BE-1CD79E081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41E18E35-6A3A-59D3-AC10-D1B20CB5EEAE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Focus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4830CF-B1B4-F890-8EB0-CCB0263C0A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000" y="3139297"/>
            <a:ext cx="15120000" cy="4008405"/>
          </a:xfrm>
          <a:prstGeom prst="roundRect">
            <a:avLst>
              <a:gd name="adj" fmla="val 10100"/>
            </a:avLst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8BD5773-5B43-27E5-A590-F955ECBDE02B}"/>
              </a:ext>
            </a:extLst>
          </p:cNvPr>
          <p:cNvCxnSpPr/>
          <p:nvPr/>
        </p:nvCxnSpPr>
        <p:spPr>
          <a:xfrm>
            <a:off x="2919846" y="3311912"/>
            <a:ext cx="0" cy="5541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0961D411-F0F5-66C3-2FE1-89D531D728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0982" y="3181297"/>
            <a:ext cx="5319221" cy="815411"/>
          </a:xfrm>
          <a:prstGeom prst="roundRect">
            <a:avLst>
              <a:gd name="adj" fmla="val 41899"/>
            </a:avLst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19688AA-0B81-151E-724B-3D94DFBAB4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638" y="3269621"/>
            <a:ext cx="3646249" cy="62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3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F172-33E8-A53F-AD67-154F894F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5328932A-3E9E-E6D0-A361-CA15710DC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334" y="9336316"/>
            <a:ext cx="2881715" cy="809738"/>
          </a:xfrm>
          <a:prstGeom prst="rect">
            <a:avLst/>
          </a:prstGeom>
        </p:spPr>
      </p:pic>
      <p:sp>
        <p:nvSpPr>
          <p:cNvPr id="18" name="Freeform 6">
            <a:extLst>
              <a:ext uri="{FF2B5EF4-FFF2-40B4-BE49-F238E27FC236}">
                <a16:creationId xmlns:a16="http://schemas.microsoft.com/office/drawing/2014/main" id="{A76E5F03-CBE1-8295-2671-029FBEB8E02A}"/>
              </a:ext>
            </a:extLst>
          </p:cNvPr>
          <p:cNvSpPr/>
          <p:nvPr/>
        </p:nvSpPr>
        <p:spPr>
          <a:xfrm>
            <a:off x="831253" y="6047611"/>
            <a:ext cx="3931268" cy="738001"/>
          </a:xfrm>
          <a:custGeom>
            <a:avLst/>
            <a:gdLst/>
            <a:ahLst/>
            <a:cxnLst/>
            <a:rect l="l" t="t" r="r" b="b"/>
            <a:pathLst>
              <a:path w="3931268" h="738001">
                <a:moveTo>
                  <a:pt x="0" y="0"/>
                </a:moveTo>
                <a:lnTo>
                  <a:pt x="3931268" y="0"/>
                </a:lnTo>
                <a:lnTo>
                  <a:pt x="3931268" y="738001"/>
                </a:lnTo>
                <a:lnTo>
                  <a:pt x="0" y="73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38" b="-93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48E07067-5789-EC97-002C-79B2830D6F65}"/>
              </a:ext>
            </a:extLst>
          </p:cNvPr>
          <p:cNvSpPr/>
          <p:nvPr/>
        </p:nvSpPr>
        <p:spPr>
          <a:xfrm>
            <a:off x="8280400" y="-2365383"/>
            <a:ext cx="11806221" cy="15017765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C30360A4-CCE7-BE5F-DB84-E1AECC73DB0B}"/>
              </a:ext>
            </a:extLst>
          </p:cNvPr>
          <p:cNvSpPr txBox="1"/>
          <p:nvPr/>
        </p:nvSpPr>
        <p:spPr>
          <a:xfrm>
            <a:off x="831253" y="3883393"/>
            <a:ext cx="10232987" cy="1851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3"/>
              </a:lnSpc>
            </a:pPr>
            <a:r>
              <a:rPr lang="en-US" sz="7200" b="1" spc="-150" dirty="0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Performance dos </a:t>
            </a:r>
            <a:r>
              <a:rPr lang="en-US" sz="7200" b="1" spc="-150" dirty="0" err="1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seus</a:t>
            </a:r>
            <a:r>
              <a:rPr lang="en-US" sz="7200" b="1" spc="-150" dirty="0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 </a:t>
            </a:r>
          </a:p>
          <a:p>
            <a:pPr algn="l"/>
            <a:r>
              <a:rPr lang="en-US" sz="7200" b="1" spc="-150" dirty="0">
                <a:solidFill>
                  <a:schemeClr val="bg1"/>
                </a:solidFill>
                <a:latin typeface="Aptos Serif" panose="020B0502040204020203" pitchFamily="18" charset="0"/>
                <a:ea typeface="Montserrat Extra-Light"/>
                <a:cs typeface="Aptos Serif" panose="020B0502040204020203" pitchFamily="18" charset="0"/>
                <a:sym typeface="Montserrat Extra-Light"/>
              </a:rPr>
              <a:t>Investimentos</a:t>
            </a:r>
          </a:p>
        </p:txBody>
      </p:sp>
    </p:spTree>
    <p:extLst>
      <p:ext uri="{BB962C8B-B14F-4D97-AF65-F5344CB8AC3E}">
        <p14:creationId xmlns:p14="http://schemas.microsoft.com/office/powerpoint/2010/main" val="275323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3BAB-4690-3F77-BBD8-9E10665A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2355156-9974-81B7-ACEC-4F39E7CE0616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5BBE408E-4EBA-808E-95D1-D3DB47818FBE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AA7DAB6D-105F-3483-3804-D4322ADA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E263061E-7865-1EB2-67BB-C2BCF20A0F58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Liquidez</a:t>
            </a:r>
          </a:p>
        </p:txBody>
      </p:sp>
    </p:spTree>
    <p:extLst>
      <p:ext uri="{BB962C8B-B14F-4D97-AF65-F5344CB8AC3E}">
        <p14:creationId xmlns:p14="http://schemas.microsoft.com/office/powerpoint/2010/main" val="176849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CBC7-C623-ED60-A6E4-696856F2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8D5664A-57D2-A8EF-0E1D-CD8D9D7097D9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914B693-E0EA-BD99-7A97-70106186E1DC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9BBB60D8-A1BC-84EB-BBA3-C3347EAD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57FD72D6-4947-3C5A-DAEC-F1DCC6F8A7BB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Rentabilidade</a:t>
            </a:r>
          </a:p>
        </p:txBody>
      </p:sp>
    </p:spTree>
    <p:extLst>
      <p:ext uri="{BB962C8B-B14F-4D97-AF65-F5344CB8AC3E}">
        <p14:creationId xmlns:p14="http://schemas.microsoft.com/office/powerpoint/2010/main" val="262808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FEABE-E8D4-7EFD-B35D-3E160C8B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3320E35-36EF-9B65-86C7-D66D7D6EC918}"/>
              </a:ext>
            </a:extLst>
          </p:cNvPr>
          <p:cNvSpPr/>
          <p:nvPr/>
        </p:nvSpPr>
        <p:spPr>
          <a:xfrm>
            <a:off x="0" y="-1"/>
            <a:ext cx="18288000" cy="10287001"/>
          </a:xfrm>
          <a:prstGeom prst="rect">
            <a:avLst/>
          </a:prstGeom>
          <a:solidFill>
            <a:srgbClr val="1C23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97E2AF60-C83C-0793-64E8-D28769D0C3FF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D1F3120-B92F-E0E7-FD90-F29D0E20C43F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EE53567-E5D2-677A-1E21-6949805EA908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Rentabilidade</a:t>
            </a:r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9233211-AD8A-FBFD-5070-A10419F214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5879" y="460663"/>
            <a:ext cx="3738121" cy="71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5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BFF21-F69F-4CD9-70F8-89B3CB21D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4C7EB68-CEC4-B7DD-C430-AD946DF65F6B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781138C-5B41-203E-8E6E-8B88D1F7D964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62E71D90-EE8F-EFB8-8689-13D20E468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881C5489-B894-8344-2154-A7344E3C3DC1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Movimentações</a:t>
            </a:r>
          </a:p>
        </p:txBody>
      </p:sp>
    </p:spTree>
    <p:extLst>
      <p:ext uri="{BB962C8B-B14F-4D97-AF65-F5344CB8AC3E}">
        <p14:creationId xmlns:p14="http://schemas.microsoft.com/office/powerpoint/2010/main" val="2268356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A310C-2F48-EA0D-24F0-B8372328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3536D817-95E2-7CDB-844E-8393D1F8C005}"/>
              </a:ext>
            </a:extLst>
          </p:cNvPr>
          <p:cNvCxnSpPr>
            <a:cxnSpLocks/>
          </p:cNvCxnSpPr>
          <p:nvPr/>
        </p:nvCxnSpPr>
        <p:spPr>
          <a:xfrm>
            <a:off x="864000" y="823500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AF7B9E3-D5F3-9F6C-F58E-89DA30F8CA3B}"/>
              </a:ext>
            </a:extLst>
          </p:cNvPr>
          <p:cNvCxnSpPr>
            <a:cxnSpLocks/>
          </p:cNvCxnSpPr>
          <p:nvPr/>
        </p:nvCxnSpPr>
        <p:spPr>
          <a:xfrm>
            <a:off x="6248400" y="9452673"/>
            <a:ext cx="11175600" cy="10827"/>
          </a:xfrm>
          <a:prstGeom prst="line">
            <a:avLst/>
          </a:prstGeom>
          <a:ln w="19050">
            <a:solidFill>
              <a:srgbClr val="0613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m 19">
            <a:extLst>
              <a:ext uri="{FF2B5EF4-FFF2-40B4-BE49-F238E27FC236}">
                <a16:creationId xmlns:a16="http://schemas.microsoft.com/office/drawing/2014/main" id="{A43BE429-0F6D-07D9-9F45-6905E079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465288"/>
            <a:ext cx="3644500" cy="716423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DB5BFA1F-D8ED-FDF4-0F7B-5DE3D648855C}"/>
              </a:ext>
            </a:extLst>
          </p:cNvPr>
          <p:cNvSpPr txBox="1"/>
          <p:nvPr/>
        </p:nvSpPr>
        <p:spPr>
          <a:xfrm>
            <a:off x="763511" y="9191063"/>
            <a:ext cx="538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6132C"/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Distribuição da Carteira</a:t>
            </a:r>
          </a:p>
        </p:txBody>
      </p:sp>
    </p:spTree>
    <p:extLst>
      <p:ext uri="{BB962C8B-B14F-4D97-AF65-F5344CB8AC3E}">
        <p14:creationId xmlns:p14="http://schemas.microsoft.com/office/powerpoint/2010/main" val="690317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851E-02BF-6983-4416-83948AE9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4BD66214-4EB4-DD10-B221-7ECA70EC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334" y="9336316"/>
            <a:ext cx="2881715" cy="809738"/>
          </a:xfrm>
          <a:prstGeom prst="rect">
            <a:avLst/>
          </a:prstGeom>
        </p:spPr>
      </p:pic>
      <p:sp>
        <p:nvSpPr>
          <p:cNvPr id="2" name="TextBox 9">
            <a:extLst>
              <a:ext uri="{FF2B5EF4-FFF2-40B4-BE49-F238E27FC236}">
                <a16:creationId xmlns:a16="http://schemas.microsoft.com/office/drawing/2014/main" id="{9F5E966C-FD0A-C7F8-9BA8-EF0E11C6E4C5}"/>
              </a:ext>
            </a:extLst>
          </p:cNvPr>
          <p:cNvSpPr txBox="1"/>
          <p:nvPr/>
        </p:nvSpPr>
        <p:spPr>
          <a:xfrm>
            <a:off x="8161107" y="4365111"/>
            <a:ext cx="7006118" cy="155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6"/>
              </a:lnSpc>
            </a:pPr>
            <a:r>
              <a:rPr lang="en-US" sz="5720" spc="-423" dirty="0">
                <a:solidFill>
                  <a:srgbClr val="EFEFE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INVISTA COM QUEM VAI ALÉM POR VOCÊ.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493C7EF7-0CA6-58A3-6064-AFDB2097FB91}"/>
              </a:ext>
            </a:extLst>
          </p:cNvPr>
          <p:cNvGrpSpPr/>
          <p:nvPr/>
        </p:nvGrpSpPr>
        <p:grpSpPr>
          <a:xfrm>
            <a:off x="5921258" y="3730088"/>
            <a:ext cx="10034243" cy="2826821"/>
            <a:chOff x="0" y="0"/>
            <a:chExt cx="2642764" cy="744513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8A7B710-8D86-43A1-E585-CDB3F4FED5EC}"/>
                </a:ext>
              </a:extLst>
            </p:cNvPr>
            <p:cNvSpPr/>
            <p:nvPr/>
          </p:nvSpPr>
          <p:spPr>
            <a:xfrm>
              <a:off x="0" y="0"/>
              <a:ext cx="2642764" cy="744513"/>
            </a:xfrm>
            <a:custGeom>
              <a:avLst/>
              <a:gdLst/>
              <a:ahLst/>
              <a:cxnLst/>
              <a:rect l="l" t="t" r="r" b="b"/>
              <a:pathLst>
                <a:path w="2642764" h="744513">
                  <a:moveTo>
                    <a:pt x="39349" y="0"/>
                  </a:moveTo>
                  <a:lnTo>
                    <a:pt x="2603415" y="0"/>
                  </a:lnTo>
                  <a:cubicBezTo>
                    <a:pt x="2613851" y="0"/>
                    <a:pt x="2623859" y="4146"/>
                    <a:pt x="2631239" y="11525"/>
                  </a:cubicBezTo>
                  <a:cubicBezTo>
                    <a:pt x="2638618" y="18904"/>
                    <a:pt x="2642764" y="28913"/>
                    <a:pt x="2642764" y="39349"/>
                  </a:cubicBezTo>
                  <a:lnTo>
                    <a:pt x="2642764" y="705164"/>
                  </a:lnTo>
                  <a:cubicBezTo>
                    <a:pt x="2642764" y="715600"/>
                    <a:pt x="2638618" y="725608"/>
                    <a:pt x="2631239" y="732988"/>
                  </a:cubicBezTo>
                  <a:cubicBezTo>
                    <a:pt x="2623859" y="740367"/>
                    <a:pt x="2613851" y="744513"/>
                    <a:pt x="2603415" y="744513"/>
                  </a:cubicBezTo>
                  <a:lnTo>
                    <a:pt x="39349" y="744513"/>
                  </a:lnTo>
                  <a:cubicBezTo>
                    <a:pt x="17617" y="744513"/>
                    <a:pt x="0" y="726895"/>
                    <a:pt x="0" y="705164"/>
                  </a:cubicBezTo>
                  <a:lnTo>
                    <a:pt x="0" y="39349"/>
                  </a:lnTo>
                  <a:cubicBezTo>
                    <a:pt x="0" y="28913"/>
                    <a:pt x="4146" y="18904"/>
                    <a:pt x="11525" y="11525"/>
                  </a:cubicBezTo>
                  <a:cubicBezTo>
                    <a:pt x="18904" y="4146"/>
                    <a:pt x="28913" y="0"/>
                    <a:pt x="393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06132C">
                      <a:alpha val="100000"/>
                    </a:srgbClr>
                  </a:gs>
                  <a:gs pos="100000">
                    <a:srgbClr val="2826B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846B6592-FA01-75F1-9072-C93DA84F32F8}"/>
                </a:ext>
              </a:extLst>
            </p:cNvPr>
            <p:cNvSpPr txBox="1"/>
            <p:nvPr/>
          </p:nvSpPr>
          <p:spPr>
            <a:xfrm>
              <a:off x="0" y="-28575"/>
              <a:ext cx="2642764" cy="773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10">
            <a:extLst>
              <a:ext uri="{FF2B5EF4-FFF2-40B4-BE49-F238E27FC236}">
                <a16:creationId xmlns:a16="http://schemas.microsoft.com/office/drawing/2014/main" id="{0145126A-E7A3-D8BB-C267-2BA7BF3BDFA8}"/>
              </a:ext>
            </a:extLst>
          </p:cNvPr>
          <p:cNvSpPr/>
          <p:nvPr/>
        </p:nvSpPr>
        <p:spPr>
          <a:xfrm>
            <a:off x="12024233" y="6839611"/>
            <a:ext cx="3931268" cy="738001"/>
          </a:xfrm>
          <a:custGeom>
            <a:avLst/>
            <a:gdLst/>
            <a:ahLst/>
            <a:cxnLst/>
            <a:rect l="l" t="t" r="r" b="b"/>
            <a:pathLst>
              <a:path w="3931268" h="738001">
                <a:moveTo>
                  <a:pt x="0" y="0"/>
                </a:moveTo>
                <a:lnTo>
                  <a:pt x="3931269" y="0"/>
                </a:lnTo>
                <a:lnTo>
                  <a:pt x="3931269" y="738001"/>
                </a:lnTo>
                <a:lnTo>
                  <a:pt x="0" y="738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38" b="-93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18765E1-EAC7-70D8-AEBF-A10BF2F19205}"/>
              </a:ext>
            </a:extLst>
          </p:cNvPr>
          <p:cNvSpPr/>
          <p:nvPr/>
        </p:nvSpPr>
        <p:spPr>
          <a:xfrm>
            <a:off x="5456438" y="3808142"/>
            <a:ext cx="929640" cy="2670712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4A08972-B465-C512-711B-751660016DF3}"/>
              </a:ext>
            </a:extLst>
          </p:cNvPr>
          <p:cNvSpPr/>
          <p:nvPr/>
        </p:nvSpPr>
        <p:spPr>
          <a:xfrm>
            <a:off x="5456438" y="3408218"/>
            <a:ext cx="1489307" cy="618837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B81A16-D7C5-3DED-6209-857AD3A5B804}"/>
              </a:ext>
            </a:extLst>
          </p:cNvPr>
          <p:cNvSpPr/>
          <p:nvPr/>
        </p:nvSpPr>
        <p:spPr>
          <a:xfrm>
            <a:off x="5532675" y="6286518"/>
            <a:ext cx="1489307" cy="618837"/>
          </a:xfrm>
          <a:prstGeom prst="rect">
            <a:avLst/>
          </a:prstGeom>
          <a:solidFill>
            <a:srgbClr val="080E26"/>
          </a:solidFill>
          <a:ln>
            <a:solidFill>
              <a:srgbClr val="080E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1E6EF999-8EBD-F549-D41F-80E4771305D8}"/>
              </a:ext>
            </a:extLst>
          </p:cNvPr>
          <p:cNvSpPr/>
          <p:nvPr/>
        </p:nvSpPr>
        <p:spPr>
          <a:xfrm>
            <a:off x="2046285" y="1519123"/>
            <a:ext cx="5611601" cy="7396534"/>
          </a:xfrm>
          <a:custGeom>
            <a:avLst/>
            <a:gdLst/>
            <a:ahLst/>
            <a:cxnLst/>
            <a:rect l="l" t="t" r="r" b="b"/>
            <a:pathLst>
              <a:path w="6374082" h="8354168">
                <a:moveTo>
                  <a:pt x="0" y="0"/>
                </a:moveTo>
                <a:lnTo>
                  <a:pt x="6374082" y="0"/>
                </a:lnTo>
                <a:lnTo>
                  <a:pt x="6374082" y="8354168"/>
                </a:lnTo>
                <a:lnTo>
                  <a:pt x="0" y="8354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71" r="-46412" b="-5344"/>
            </a:stretch>
          </a:blipFill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16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362605-1e66-4a97-bdc8-daa1b866d82a" xsi:nil="true"/>
    <lcf76f155ced4ddcb4097134ff3c332f xmlns="5a3dc61c-f031-492d-b06c-b7c0f72704b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62A3D47313F949B269D856FD7A4FAD" ma:contentTypeVersion="14" ma:contentTypeDescription="Create a new document." ma:contentTypeScope="" ma:versionID="3c025eb912e931edd5c70cc9a3407aec">
  <xsd:schema xmlns:xsd="http://www.w3.org/2001/XMLSchema" xmlns:xs="http://www.w3.org/2001/XMLSchema" xmlns:p="http://schemas.microsoft.com/office/2006/metadata/properties" xmlns:ns2="5a3dc61c-f031-492d-b06c-b7c0f72704be" xmlns:ns3="9e362605-1e66-4a97-bdc8-daa1b866d82a" targetNamespace="http://schemas.microsoft.com/office/2006/metadata/properties" ma:root="true" ma:fieldsID="941110a09890e5db87ec7602f439f435" ns2:_="" ns3:_="">
    <xsd:import namespace="5a3dc61c-f031-492d-b06c-b7c0f72704be"/>
    <xsd:import namespace="9e362605-1e66-4a97-bdc8-daa1b866d8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3dc61c-f031-492d-b06c-b7c0f72704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88b100f-2122-4940-9a19-a871679b7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362605-1e66-4a97-bdc8-daa1b866d82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e7bac81-2526-4cd8-a74a-3b7ee3122e46}" ma:internalName="TaxCatchAll" ma:showField="CatchAllData" ma:web="9e362605-1e66-4a97-bdc8-daa1b866d82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7831BA-5FDB-417B-83AF-644018A3D8E6}">
  <ds:schemaRefs>
    <ds:schemaRef ds:uri="5a3dc61c-f031-492d-b06c-b7c0f72704be"/>
    <ds:schemaRef ds:uri="9e362605-1e66-4a97-bdc8-daa1b866d8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886F528-19F3-4A6F-A1C9-2289E0AD4F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6DB4F9-51EC-456C-9544-C75F0FDB79BC}">
  <ds:schemaRefs>
    <ds:schemaRef ds:uri="5a3dc61c-f031-492d-b06c-b7c0f72704be"/>
    <ds:schemaRef ds:uri="9e362605-1e66-4a97-bdc8-daa1b866d8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3655</TotalTime>
  <Words>530</Words>
  <Application>Microsoft Office PowerPoint</Application>
  <PresentationFormat>Personalizar</PresentationFormat>
  <Paragraphs>41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9" baseType="lpstr">
      <vt:lpstr>Montserrat Light</vt:lpstr>
      <vt:lpstr>Aptos</vt:lpstr>
      <vt:lpstr>Times New Roman</vt:lpstr>
      <vt:lpstr>Arial</vt:lpstr>
      <vt:lpstr>Calibri</vt:lpstr>
      <vt:lpstr>Aptos Serif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safira</dc:title>
  <dc:creator>samuel costa</dc:creator>
  <cp:lastModifiedBy>Gabriela Pereira</cp:lastModifiedBy>
  <cp:revision>290</cp:revision>
  <dcterms:created xsi:type="dcterms:W3CDTF">2006-08-16T00:00:00Z</dcterms:created>
  <dcterms:modified xsi:type="dcterms:W3CDTF">2026-09-14T14:59:39Z</dcterms:modified>
  <dc:identifier>DAGSicSvhDg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0x010100B762A3D47313F949B269D856FD7A4FAD</vt:lpwstr>
  </property>
  <property fmtid="{D5CDD505-2E9C-101B-9397-08002B2CF9AE}" pid="3" name="MediaServiceImageTags">
    <vt:lpwstr/>
  </property>
</Properties>
</file>