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1"/>
  </p:notesMasterIdLst>
  <p:sldIdLst>
    <p:sldId id="874" r:id="rId5"/>
    <p:sldId id="257" r:id="rId6"/>
    <p:sldId id="258" r:id="rId7"/>
    <p:sldId id="259" r:id="rId8"/>
    <p:sldId id="260" r:id="rId9"/>
    <p:sldId id="1033" r:id="rId10"/>
  </p:sldIdLst>
  <p:sldSz cx="18288000" cy="10287000"/>
  <p:notesSz cx="6858000" cy="9144000"/>
  <p:embeddedFontLst>
    <p:embeddedFont>
      <p:font typeface="Blauer Nue" panose="020B0604020202020204" charset="0"/>
      <p:regular r:id="rId12"/>
      <p:italic r:id="rId13"/>
    </p:embeddedFont>
    <p:embeddedFont>
      <p:font typeface="Garet" panose="020B0604020202020204" charset="0"/>
      <p:regular r:id="rId14"/>
    </p:embeddedFont>
    <p:embeddedFont>
      <p:font typeface="Garet Ultra-Bold" panose="020B0604020202020204" charset="0"/>
      <p:regular r:id="rId15"/>
    </p:embeddedFont>
    <p:embeddedFont>
      <p:font typeface="Montserrat" panose="00000500000000000000" pitchFamily="2" charset="0"/>
      <p:regular r:id="rId16"/>
    </p:embeddedFont>
    <p:embeddedFont>
      <p:font typeface="Montserrat Bold" panose="00000800000000000000" charset="0"/>
      <p:regular r:id="rId17"/>
      <p:bold r:id="rId18"/>
    </p:embeddedFont>
    <p:embeddedFont>
      <p:font typeface="Montserrat Extra-Light" panose="020B0604020202020204" charset="0"/>
      <p:regular r:id="rId19"/>
    </p:embeddedFont>
    <p:embeddedFont>
      <p:font typeface="Montserrat Heavy" panose="020B0604020202020204" charset="0"/>
      <p:regular r:id="rId20"/>
    </p:embeddedFont>
    <p:embeddedFont>
      <p:font typeface="Montserrat Light" panose="00000400000000000000" pitchFamily="2" charset="0"/>
      <p:regular r:id="rId21"/>
    </p:embeddedFont>
    <p:embeddedFont>
      <p:font typeface="Montserrat Ultra-Bold" panose="020B0604020202020204" charset="0"/>
      <p:regular r:id="rId22"/>
    </p:embeddedFont>
    <p:embeddedFont>
      <p:font typeface="Salmon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0"/>
    <a:srgbClr val="307BE0"/>
    <a:srgbClr val="FBFAE6"/>
    <a:srgbClr val="EDEFF0"/>
    <a:srgbClr val="ECEEF0"/>
    <a:srgbClr val="FFFFFF"/>
    <a:srgbClr val="F4F8FB"/>
    <a:srgbClr val="1C233B"/>
    <a:srgbClr val="6981C0"/>
    <a:srgbClr val="DA6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03AE5-6A50-400B-9788-F9A8440AF5D7}" v="4" dt="2026-07-06T11:53:59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 Costa" userId="e4b51b7e-2ebf-4ee6-adb0-d5f55f7299d8" providerId="ADAL" clId="{095041F2-4B4C-4142-AEA2-18321A5083B1}"/>
    <pc:docChg chg="undo custSel modSld">
      <pc:chgData name="Samuel  Costa" userId="e4b51b7e-2ebf-4ee6-adb0-d5f55f7299d8" providerId="ADAL" clId="{095041F2-4B4C-4142-AEA2-18321A5083B1}" dt="2026-07-06T12:03:35.766" v="281" actId="1076"/>
      <pc:docMkLst>
        <pc:docMk/>
      </pc:docMkLst>
      <pc:sldChg chg="addSp delSp modSp mod">
        <pc:chgData name="Samuel  Costa" userId="e4b51b7e-2ebf-4ee6-adb0-d5f55f7299d8" providerId="ADAL" clId="{095041F2-4B4C-4142-AEA2-18321A5083B1}" dt="2026-07-06T11:49:18.188" v="217" actId="1076"/>
        <pc:sldMkLst>
          <pc:docMk/>
          <pc:sldMk cId="833802218" sldId="875"/>
        </pc:sldMkLst>
        <pc:spChg chg="mod">
          <ac:chgData name="Samuel  Costa" userId="e4b51b7e-2ebf-4ee6-adb0-d5f55f7299d8" providerId="ADAL" clId="{095041F2-4B4C-4142-AEA2-18321A5083B1}" dt="2026-07-06T11:48:23.231" v="210" actId="1035"/>
          <ac:spMkLst>
            <pc:docMk/>
            <pc:sldMk cId="833802218" sldId="875"/>
            <ac:spMk id="6" creationId="{7652D146-0087-DC8D-7BB6-10C90F98B6FC}"/>
          </ac:spMkLst>
        </pc:spChg>
        <pc:picChg chg="add mod">
          <ac:chgData name="Samuel  Costa" userId="e4b51b7e-2ebf-4ee6-adb0-d5f55f7299d8" providerId="ADAL" clId="{095041F2-4B4C-4142-AEA2-18321A5083B1}" dt="2026-07-06T11:49:18.188" v="217" actId="1076"/>
          <ac:picMkLst>
            <pc:docMk/>
            <pc:sldMk cId="833802218" sldId="875"/>
            <ac:picMk id="9" creationId="{09ACD379-5040-F925-9C3F-802ABC110485}"/>
          </ac:picMkLst>
        </pc:picChg>
        <pc:picChg chg="add del mod">
          <ac:chgData name="Samuel  Costa" userId="e4b51b7e-2ebf-4ee6-adb0-d5f55f7299d8" providerId="ADAL" clId="{095041F2-4B4C-4142-AEA2-18321A5083B1}" dt="2026-07-06T11:40:13.861" v="184" actId="478"/>
          <ac:picMkLst>
            <pc:docMk/>
            <pc:sldMk cId="833802218" sldId="875"/>
            <ac:picMk id="1026" creationId="{FD536EB3-F727-E033-4D52-77B374A1E7A4}"/>
          </ac:picMkLst>
        </pc:picChg>
      </pc:sldChg>
      <pc:sldChg chg="addSp delSp modSp mod">
        <pc:chgData name="Samuel  Costa" userId="e4b51b7e-2ebf-4ee6-adb0-d5f55f7299d8" providerId="ADAL" clId="{095041F2-4B4C-4142-AEA2-18321A5083B1}" dt="2026-07-06T12:03:35.766" v="281" actId="1076"/>
        <pc:sldMkLst>
          <pc:docMk/>
          <pc:sldMk cId="3433871781" sldId="876"/>
        </pc:sldMkLst>
        <pc:spChg chg="add mod">
          <ac:chgData name="Samuel  Costa" userId="e4b51b7e-2ebf-4ee6-adb0-d5f55f7299d8" providerId="ADAL" clId="{095041F2-4B4C-4142-AEA2-18321A5083B1}" dt="2026-07-06T12:00:53.201" v="260" actId="207"/>
          <ac:spMkLst>
            <pc:docMk/>
            <pc:sldMk cId="3433871781" sldId="876"/>
            <ac:spMk id="7" creationId="{C4932DED-B4C7-623F-BD7C-BEDB9B650C63}"/>
          </ac:spMkLst>
        </pc:spChg>
        <pc:spChg chg="mod">
          <ac:chgData name="Samuel  Costa" userId="e4b51b7e-2ebf-4ee6-adb0-d5f55f7299d8" providerId="ADAL" clId="{095041F2-4B4C-4142-AEA2-18321A5083B1}" dt="2026-07-06T12:03:35.766" v="281" actId="1076"/>
          <ac:spMkLst>
            <pc:docMk/>
            <pc:sldMk cId="3433871781" sldId="876"/>
            <ac:spMk id="8" creationId="{77D11FA3-06EF-AB7D-3903-8388A75D7243}"/>
          </ac:spMkLst>
        </pc:spChg>
        <pc:spChg chg="mod">
          <ac:chgData name="Samuel  Costa" userId="e4b51b7e-2ebf-4ee6-adb0-d5f55f7299d8" providerId="ADAL" clId="{095041F2-4B4C-4142-AEA2-18321A5083B1}" dt="2026-07-06T11:48:28.256" v="211" actId="1076"/>
          <ac:spMkLst>
            <pc:docMk/>
            <pc:sldMk cId="3433871781" sldId="876"/>
            <ac:spMk id="10" creationId="{2C597A3E-ABD0-A1CE-485C-9809870C1B79}"/>
          </ac:spMkLst>
        </pc:spChg>
        <pc:spChg chg="add mod">
          <ac:chgData name="Samuel  Costa" userId="e4b51b7e-2ebf-4ee6-adb0-d5f55f7299d8" providerId="ADAL" clId="{095041F2-4B4C-4142-AEA2-18321A5083B1}" dt="2026-07-06T12:01:02.716" v="274" actId="1037"/>
          <ac:spMkLst>
            <pc:docMk/>
            <pc:sldMk cId="3433871781" sldId="876"/>
            <ac:spMk id="12" creationId="{1E9BE00A-4D44-50D4-6C73-2053A8F7FCD2}"/>
          </ac:spMkLst>
        </pc:spChg>
        <pc:picChg chg="add mod">
          <ac:chgData name="Samuel  Costa" userId="e4b51b7e-2ebf-4ee6-adb0-d5f55f7299d8" providerId="ADAL" clId="{095041F2-4B4C-4142-AEA2-18321A5083B1}" dt="2026-07-06T12:00:42.099" v="253" actId="1076"/>
          <ac:picMkLst>
            <pc:docMk/>
            <pc:sldMk cId="3433871781" sldId="876"/>
            <ac:picMk id="6" creationId="{10B77C2E-4DD8-8F3C-04EC-B16625AA08E3}"/>
          </ac:picMkLst>
        </pc:picChg>
        <pc:picChg chg="del">
          <ac:chgData name="Samuel  Costa" userId="e4b51b7e-2ebf-4ee6-adb0-d5f55f7299d8" providerId="ADAL" clId="{095041F2-4B4C-4142-AEA2-18321A5083B1}" dt="2026-07-06T11:48:29.099" v="212" actId="478"/>
          <ac:picMkLst>
            <pc:docMk/>
            <pc:sldMk cId="3433871781" sldId="876"/>
            <ac:picMk id="2050" creationId="{C41ECF54-CF21-C9BE-BB78-A6795CCA05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3A5AB-85D2-4678-9599-BE0DDE4102EC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BEF3A-C6C5-4B1F-81A3-8473B124D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44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6D32-1A73-BC02-A23C-D5DAA49E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E86CE-D2AD-71A8-56B7-B67918B2D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EE4B3-6FCD-3C30-3D0E-69DC30DD8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FC7B8-B35C-F5EB-C0C9-96B3D4ECE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1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1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55312" y="-189554"/>
            <a:ext cx="7934352" cy="10666108"/>
            <a:chOff x="0" y="0"/>
            <a:chExt cx="2089706" cy="28091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9706" cy="2809181"/>
            </a:xfrm>
            <a:custGeom>
              <a:avLst/>
              <a:gdLst/>
              <a:ahLst/>
              <a:cxnLst/>
              <a:rect l="l" t="t" r="r" b="b"/>
              <a:pathLst>
                <a:path w="2089706" h="2809181">
                  <a:moveTo>
                    <a:pt x="0" y="0"/>
                  </a:moveTo>
                  <a:lnTo>
                    <a:pt x="2089706" y="0"/>
                  </a:lnTo>
                  <a:lnTo>
                    <a:pt x="2089706" y="2809181"/>
                  </a:lnTo>
                  <a:lnTo>
                    <a:pt x="0" y="2809181"/>
                  </a:lnTo>
                  <a:close/>
                </a:path>
              </a:pathLst>
            </a:custGeom>
            <a:solidFill>
              <a:srgbClr val="06132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89706" cy="283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3544" y="6976644"/>
            <a:ext cx="9567012" cy="622796"/>
            <a:chOff x="0" y="0"/>
            <a:chExt cx="12756015" cy="83039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756015" cy="830395"/>
              <a:chOff x="0" y="0"/>
              <a:chExt cx="2907879" cy="18929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07879" cy="189298"/>
              </a:xfrm>
              <a:custGeom>
                <a:avLst/>
                <a:gdLst/>
                <a:ahLst/>
                <a:cxnLst/>
                <a:rect l="l" t="t" r="r" b="b"/>
                <a:pathLst>
                  <a:path w="2907879" h="189298">
                    <a:moveTo>
                      <a:pt x="0" y="0"/>
                    </a:moveTo>
                    <a:lnTo>
                      <a:pt x="2907879" y="0"/>
                    </a:lnTo>
                    <a:lnTo>
                      <a:pt x="2907879" y="189298"/>
                    </a:lnTo>
                    <a:lnTo>
                      <a:pt x="0" y="189298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/>
              <a:lstStyle/>
              <a:p>
                <a:endParaRPr lang="pt-BR" sz="3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2907879" cy="2178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44837" y="92787"/>
              <a:ext cx="9994114" cy="605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51"/>
                </a:lnSpc>
              </a:pPr>
              <a:endParaRPr lang="en-US" sz="2799">
                <a:solidFill>
                  <a:srgbClr val="06132C"/>
                </a:solidFill>
                <a:latin typeface="Montserrat" panose="00000500000000000000" pitchFamily="2" charset="0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9866846" y="966416"/>
            <a:ext cx="6374082" cy="8354168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752390" y="1640844"/>
            <a:ext cx="4135624" cy="1164644"/>
          </a:xfrm>
          <a:custGeom>
            <a:avLst/>
            <a:gdLst/>
            <a:ahLst/>
            <a:cxnLst/>
            <a:rect l="l" t="t" r="r" b="b"/>
            <a:pathLst>
              <a:path w="4135624" h="1164644">
                <a:moveTo>
                  <a:pt x="0" y="0"/>
                </a:moveTo>
                <a:lnTo>
                  <a:pt x="4135623" y="0"/>
                </a:lnTo>
                <a:lnTo>
                  <a:pt x="4135623" y="1164644"/>
                </a:lnTo>
                <a:lnTo>
                  <a:pt x="0" y="116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913544" y="3528813"/>
            <a:ext cx="7218073" cy="2275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6827" spc="-505">
                <a:solidFill>
                  <a:srgbClr val="06132C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O </a:t>
            </a:r>
            <a:r>
              <a:rPr lang="en-US" sz="6827" b="1" spc="-505">
                <a:solidFill>
                  <a:srgbClr val="06132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maior banco de investimentos</a:t>
            </a:r>
            <a:r>
              <a:rPr lang="en-US" sz="6827" spc="-505">
                <a:solidFill>
                  <a:srgbClr val="06132C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 da América Latina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3544" y="6527291"/>
            <a:ext cx="6825529" cy="34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999" b="1" spc="-221" dirty="0" err="1">
                <a:solidFill>
                  <a:srgbClr val="8690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Carteira</a:t>
            </a:r>
            <a:r>
              <a:rPr lang="en-US" sz="2999" b="1" spc="-221" dirty="0">
                <a:solidFill>
                  <a:srgbClr val="8690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Investimentos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C728F4CC-BF7F-5A80-BCCA-1D3D7D1C0EF2}"/>
              </a:ext>
            </a:extLst>
          </p:cNvPr>
          <p:cNvSpPr txBox="1"/>
          <p:nvPr/>
        </p:nvSpPr>
        <p:spPr>
          <a:xfrm>
            <a:off x="1022172" y="7113014"/>
            <a:ext cx="682552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400" dirty="0">
                <a:solidFill>
                  <a:srgbClr val="86909B"/>
                </a:solidFill>
                <a:ea typeface="Montserrat Bold"/>
                <a:cs typeface="Montserrat Bold"/>
                <a:sym typeface="Montserrat Bold"/>
              </a:rPr>
              <a:t>Nome do </a:t>
            </a:r>
            <a:r>
              <a:rPr lang="en-US" sz="2400" dirty="0" err="1">
                <a:solidFill>
                  <a:srgbClr val="86909B"/>
                </a:solidFill>
                <a:ea typeface="Montserrat Bold"/>
                <a:cs typeface="Montserrat Bold"/>
                <a:sym typeface="Montserrat Bold"/>
              </a:rPr>
              <a:t>Cliente</a:t>
            </a:r>
            <a:endParaRPr lang="en-US" sz="2400" dirty="0">
              <a:solidFill>
                <a:srgbClr val="86909B"/>
              </a:solidFill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6356" y="2188896"/>
            <a:ext cx="19774995" cy="8098104"/>
          </a:xfrm>
          <a:custGeom>
            <a:avLst/>
            <a:gdLst/>
            <a:ahLst/>
            <a:cxnLst/>
            <a:rect l="l" t="t" r="r" b="b"/>
            <a:pathLst>
              <a:path w="19774995" h="8098104">
                <a:moveTo>
                  <a:pt x="0" y="0"/>
                </a:moveTo>
                <a:lnTo>
                  <a:pt x="19774995" y="0"/>
                </a:lnTo>
                <a:lnTo>
                  <a:pt x="19774995" y="8098104"/>
                </a:lnTo>
                <a:lnTo>
                  <a:pt x="0" y="809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086" r="-23539" b="-2624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493602" y="764495"/>
            <a:ext cx="7162758" cy="75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sz="5599" b="1" spc="-414" dirty="0">
                <a:solidFill>
                  <a:srgbClr val="06132C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PRESENÇA GLOBAL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99742" y="985220"/>
            <a:ext cx="7162758" cy="46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4700" spc="-864">
                <a:solidFill>
                  <a:srgbClr val="06132C"/>
                </a:solidFill>
                <a:latin typeface="Montserrat"/>
                <a:ea typeface="Montserrat"/>
                <a:cs typeface="Montserrat"/>
                <a:sym typeface="Montserrat"/>
              </a:rPr>
              <a:t>------------------------------------------</a:t>
            </a:r>
          </a:p>
        </p:txBody>
      </p:sp>
      <p:sp>
        <p:nvSpPr>
          <p:cNvPr id="5" name="Freeform 5"/>
          <p:cNvSpPr/>
          <p:nvPr/>
        </p:nvSpPr>
        <p:spPr>
          <a:xfrm>
            <a:off x="698073" y="347641"/>
            <a:ext cx="4039093" cy="1495063"/>
          </a:xfrm>
          <a:custGeom>
            <a:avLst/>
            <a:gdLst/>
            <a:ahLst/>
            <a:cxnLst/>
            <a:rect l="l" t="t" r="r" b="b"/>
            <a:pathLst>
              <a:path w="4039093" h="1495063">
                <a:moveTo>
                  <a:pt x="0" y="0"/>
                </a:moveTo>
                <a:lnTo>
                  <a:pt x="4039093" y="0"/>
                </a:lnTo>
                <a:lnTo>
                  <a:pt x="4039093" y="1495064"/>
                </a:lnTo>
                <a:lnTo>
                  <a:pt x="0" y="1495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541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>
          <a:xfrm>
            <a:off x="0" y="-1698799"/>
            <a:ext cx="18288000" cy="7582730"/>
            <a:chOff x="0" y="0"/>
            <a:chExt cx="5157754" cy="2138553"/>
          </a:xfrm>
        </p:grpSpPr>
        <p:sp>
          <p:nvSpPr>
            <p:cNvPr id="3" name="Freeform 3"/>
            <p:cNvSpPr>
              <a:spLocks/>
            </p:cNvSpPr>
            <p:nvPr/>
          </p:nvSpPr>
          <p:spPr>
            <a:xfrm>
              <a:off x="0" y="0"/>
              <a:ext cx="5157754" cy="2138553"/>
            </a:xfrm>
            <a:custGeom>
              <a:avLst/>
              <a:gdLst/>
              <a:ahLst/>
              <a:cxnLst/>
              <a:rect l="l" t="t" r="r" b="b"/>
              <a:pathLst>
                <a:path w="5157754" h="2138553">
                  <a:moveTo>
                    <a:pt x="0" y="0"/>
                  </a:moveTo>
                  <a:lnTo>
                    <a:pt x="5157754" y="0"/>
                  </a:lnTo>
                  <a:lnTo>
                    <a:pt x="5157754" y="2138553"/>
                  </a:lnTo>
                  <a:lnTo>
                    <a:pt x="0" y="2138553"/>
                  </a:lnTo>
                  <a:close/>
                </a:path>
              </a:pathLst>
            </a:custGeom>
            <a:solidFill>
              <a:srgbClr val="06132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>
              <a:spLocks/>
            </p:cNvSpPr>
            <p:nvPr/>
          </p:nvSpPr>
          <p:spPr>
            <a:xfrm>
              <a:off x="0" y="-28575"/>
              <a:ext cx="5157754" cy="2167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>
            <a:spLocks/>
          </p:cNvSpPr>
          <p:nvPr/>
        </p:nvSpPr>
        <p:spPr>
          <a:xfrm>
            <a:off x="1377969" y="1679810"/>
            <a:ext cx="3559747" cy="2286681"/>
          </a:xfrm>
          <a:custGeom>
            <a:avLst/>
            <a:gdLst/>
            <a:ahLst/>
            <a:cxnLst/>
            <a:rect l="l" t="t" r="r" b="b"/>
            <a:pathLst>
              <a:path w="3559747" h="2286681">
                <a:moveTo>
                  <a:pt x="0" y="0"/>
                </a:moveTo>
                <a:lnTo>
                  <a:pt x="3559747" y="0"/>
                </a:lnTo>
                <a:lnTo>
                  <a:pt x="3559747" y="2286681"/>
                </a:lnTo>
                <a:lnTo>
                  <a:pt x="0" y="2286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169" r="-265678" b="-15741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0" y="6889401"/>
            <a:ext cx="18288000" cy="3397599"/>
            <a:chOff x="0" y="0"/>
            <a:chExt cx="5157754" cy="9582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57754" cy="958223"/>
            </a:xfrm>
            <a:custGeom>
              <a:avLst/>
              <a:gdLst/>
              <a:ahLst/>
              <a:cxnLst/>
              <a:rect l="l" t="t" r="r" b="b"/>
              <a:pathLst>
                <a:path w="5157754" h="958223">
                  <a:moveTo>
                    <a:pt x="0" y="0"/>
                  </a:moveTo>
                  <a:lnTo>
                    <a:pt x="5157754" y="0"/>
                  </a:lnTo>
                  <a:lnTo>
                    <a:pt x="5157754" y="958223"/>
                  </a:lnTo>
                  <a:lnTo>
                    <a:pt x="0" y="95822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157754" cy="986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609730" y="5579288"/>
            <a:ext cx="21803574" cy="5890651"/>
          </a:xfrm>
          <a:custGeom>
            <a:avLst/>
            <a:gdLst/>
            <a:ahLst/>
            <a:cxnLst/>
            <a:rect l="l" t="t" r="r" b="b"/>
            <a:pathLst>
              <a:path w="21803574" h="5890651">
                <a:moveTo>
                  <a:pt x="0" y="0"/>
                </a:moveTo>
                <a:lnTo>
                  <a:pt x="21803573" y="0"/>
                </a:lnTo>
                <a:lnTo>
                  <a:pt x="21803573" y="5890652"/>
                </a:lnTo>
                <a:lnTo>
                  <a:pt x="0" y="589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64" t="-84524" b="-6865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-1609730" y="4790504"/>
            <a:ext cx="21803574" cy="5308674"/>
          </a:xfrm>
          <a:custGeom>
            <a:avLst/>
            <a:gdLst/>
            <a:ahLst/>
            <a:cxnLst/>
            <a:rect l="l" t="t" r="r" b="b"/>
            <a:pathLst>
              <a:path w="21803574" h="5308674">
                <a:moveTo>
                  <a:pt x="0" y="0"/>
                </a:moveTo>
                <a:lnTo>
                  <a:pt x="21803573" y="0"/>
                </a:lnTo>
                <a:lnTo>
                  <a:pt x="21803573" y="5308674"/>
                </a:lnTo>
                <a:lnTo>
                  <a:pt x="0" y="5308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64" t="-78932" b="-101997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>
            <a:grpSpLocks/>
          </p:cNvGrpSpPr>
          <p:nvPr/>
        </p:nvGrpSpPr>
        <p:grpSpPr>
          <a:xfrm>
            <a:off x="2503058" y="2161621"/>
            <a:ext cx="85725" cy="434340"/>
            <a:chOff x="0" y="0"/>
            <a:chExt cx="22578" cy="114394"/>
          </a:xfrm>
        </p:grpSpPr>
        <p:sp>
          <p:nvSpPr>
            <p:cNvPr id="14" name="Freeform 14"/>
            <p:cNvSpPr>
              <a:spLocks/>
            </p:cNvSpPr>
            <p:nvPr/>
          </p:nvSpPr>
          <p:spPr>
            <a:xfrm>
              <a:off x="0" y="0"/>
              <a:ext cx="22578" cy="114394"/>
            </a:xfrm>
            <a:custGeom>
              <a:avLst/>
              <a:gdLst/>
              <a:ahLst/>
              <a:cxnLst/>
              <a:rect l="l" t="t" r="r" b="b"/>
              <a:pathLst>
                <a:path w="22578" h="114394">
                  <a:moveTo>
                    <a:pt x="0" y="0"/>
                  </a:moveTo>
                  <a:lnTo>
                    <a:pt x="22578" y="0"/>
                  </a:lnTo>
                  <a:lnTo>
                    <a:pt x="22578" y="114394"/>
                  </a:lnTo>
                  <a:lnTo>
                    <a:pt x="0" y="11439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>
              <a:spLocks/>
            </p:cNvSpPr>
            <p:nvPr/>
          </p:nvSpPr>
          <p:spPr>
            <a:xfrm>
              <a:off x="0" y="-28575"/>
              <a:ext cx="22578" cy="142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19">
            <a:extLst>
              <a:ext uri="{FF2B5EF4-FFF2-40B4-BE49-F238E27FC236}">
                <a16:creationId xmlns:a16="http://schemas.microsoft.com/office/drawing/2014/main" id="{9F66B64B-ABAB-F1E3-E9B6-F6658627B532}"/>
              </a:ext>
            </a:extLst>
          </p:cNvPr>
          <p:cNvSpPr txBox="1"/>
          <p:nvPr/>
        </p:nvSpPr>
        <p:spPr>
          <a:xfrm>
            <a:off x="5968178" y="2953697"/>
            <a:ext cx="2379410" cy="959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BILHÕES</a:t>
            </a:r>
          </a:p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LUCRO*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395E0A4F-86EF-B3FA-DAAE-BA4F4D60905E}"/>
              </a:ext>
            </a:extLst>
          </p:cNvPr>
          <p:cNvSpPr txBox="1"/>
          <p:nvPr/>
        </p:nvSpPr>
        <p:spPr>
          <a:xfrm>
            <a:off x="9209233" y="2953696"/>
            <a:ext cx="2770177" cy="959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TRILHÃO</a:t>
            </a:r>
          </a:p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CUSTÓDIA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DFE23A6A-243A-453F-69FA-7128037C000D}"/>
              </a:ext>
            </a:extLst>
          </p:cNvPr>
          <p:cNvSpPr txBox="1"/>
          <p:nvPr/>
        </p:nvSpPr>
        <p:spPr>
          <a:xfrm>
            <a:off x="12841055" y="2953697"/>
            <a:ext cx="3043087" cy="959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RATING</a:t>
            </a:r>
          </a:p>
          <a:p>
            <a:pPr algn="l">
              <a:lnSpc>
                <a:spcPts val="3656"/>
              </a:lnSpc>
            </a:pPr>
            <a:r>
              <a:rPr lang="en-US" sz="406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FITCH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E3E2EDB4-C852-0D28-75EB-2D8EF45068C2}"/>
              </a:ext>
            </a:extLst>
          </p:cNvPr>
          <p:cNvSpPr txBox="1"/>
          <p:nvPr/>
        </p:nvSpPr>
        <p:spPr>
          <a:xfrm>
            <a:off x="5968178" y="1184146"/>
            <a:ext cx="2191794" cy="166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67"/>
              </a:lnSpc>
            </a:pPr>
            <a:r>
              <a:rPr lang="en-US" sz="9000" spc="-61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16,7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A256C3EC-209B-A25C-7524-24B0DF593F47}"/>
              </a:ext>
            </a:extLst>
          </p:cNvPr>
          <p:cNvSpPr txBox="1"/>
          <p:nvPr/>
        </p:nvSpPr>
        <p:spPr>
          <a:xfrm>
            <a:off x="9209233" y="1184145"/>
            <a:ext cx="2191794" cy="166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67"/>
              </a:lnSpc>
            </a:pPr>
            <a:r>
              <a:rPr lang="en-US" sz="9000" spc="-61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2,6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78604EB0-F45D-7B96-E276-1ED22832ED1E}"/>
              </a:ext>
            </a:extLst>
          </p:cNvPr>
          <p:cNvSpPr txBox="1"/>
          <p:nvPr/>
        </p:nvSpPr>
        <p:spPr>
          <a:xfrm>
            <a:off x="12841055" y="1184144"/>
            <a:ext cx="2191794" cy="165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67"/>
              </a:lnSpc>
            </a:pPr>
            <a:r>
              <a:rPr lang="en-US" sz="8000" spc="-61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AAA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4E532045-A7BE-3E2B-F4D9-A89981FBC6B0}"/>
              </a:ext>
            </a:extLst>
          </p:cNvPr>
          <p:cNvSpPr txBox="1"/>
          <p:nvPr/>
        </p:nvSpPr>
        <p:spPr>
          <a:xfrm>
            <a:off x="5518355" y="1890532"/>
            <a:ext cx="361335" cy="40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dirty="0">
                <a:solidFill>
                  <a:srgbClr val="FFFFFF"/>
                </a:solidFill>
                <a:latin typeface="Blauer Nue"/>
                <a:ea typeface="Blauer Nue"/>
                <a:cs typeface="Blauer Nue"/>
                <a:sym typeface="Blauer Nue"/>
              </a:rPr>
              <a:t>R$</a:t>
            </a:r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8FDEFBF4-17F3-99FB-E586-1D23F9F9C069}"/>
              </a:ext>
            </a:extLst>
          </p:cNvPr>
          <p:cNvSpPr txBox="1"/>
          <p:nvPr/>
        </p:nvSpPr>
        <p:spPr>
          <a:xfrm>
            <a:off x="8774158" y="1890532"/>
            <a:ext cx="361335" cy="40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dirty="0">
                <a:solidFill>
                  <a:srgbClr val="FFFFFF"/>
                </a:solidFill>
                <a:latin typeface="Blauer Nue"/>
                <a:ea typeface="Blauer Nue"/>
                <a:cs typeface="Blauer Nue"/>
                <a:sym typeface="Blauer Nue"/>
              </a:rPr>
              <a:t>R$</a:t>
            </a: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AE694E24-97DA-19C6-3CE4-1672CC18A43C}"/>
              </a:ext>
            </a:extLst>
          </p:cNvPr>
          <p:cNvSpPr txBox="1"/>
          <p:nvPr/>
        </p:nvSpPr>
        <p:spPr>
          <a:xfrm rot="16200000">
            <a:off x="15853495" y="2716489"/>
            <a:ext cx="1625712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3"/>
              </a:lnSpc>
            </a:pPr>
            <a:r>
              <a:rPr lang="en-US" sz="1538" dirty="0">
                <a:solidFill>
                  <a:srgbClr val="FFFFFF"/>
                </a:solidFill>
                <a:latin typeface="Salmond"/>
                <a:ea typeface="Salmond"/>
                <a:cs typeface="Salmond"/>
                <a:sym typeface="Salmond"/>
              </a:rPr>
              <a:t>*DADOS DE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79429" y="-124869"/>
            <a:ext cx="8563590" cy="10536738"/>
            <a:chOff x="0" y="0"/>
            <a:chExt cx="2357940" cy="2901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940" cy="2901236"/>
            </a:xfrm>
            <a:custGeom>
              <a:avLst/>
              <a:gdLst/>
              <a:ahLst/>
              <a:cxnLst/>
              <a:rect l="l" t="t" r="r" b="b"/>
              <a:pathLst>
                <a:path w="2357940" h="2901236">
                  <a:moveTo>
                    <a:pt x="0" y="0"/>
                  </a:moveTo>
                  <a:lnTo>
                    <a:pt x="2357940" y="0"/>
                  </a:lnTo>
                  <a:lnTo>
                    <a:pt x="2357940" y="2901236"/>
                  </a:lnTo>
                  <a:lnTo>
                    <a:pt x="0" y="2901236"/>
                  </a:lnTo>
                  <a:close/>
                </a:path>
              </a:pathLst>
            </a:custGeom>
            <a:solidFill>
              <a:srgbClr val="06132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57940" cy="2929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52521" y="373976"/>
            <a:ext cx="5274684" cy="2252513"/>
            <a:chOff x="0" y="0"/>
            <a:chExt cx="7032912" cy="3003351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18367" b="18367"/>
            <a:stretch>
              <a:fillRect/>
            </a:stretch>
          </p:blipFill>
          <p:spPr>
            <a:xfrm>
              <a:off x="0" y="0"/>
              <a:ext cx="7032912" cy="3003351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3252521" y="2754579"/>
            <a:ext cx="5274684" cy="2252513"/>
            <a:chOff x="0" y="0"/>
            <a:chExt cx="7032912" cy="3003351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 t="13049" b="22853"/>
            <a:stretch>
              <a:fillRect/>
            </a:stretch>
          </p:blipFill>
          <p:spPr>
            <a:xfrm>
              <a:off x="0" y="0"/>
              <a:ext cx="7032912" cy="3003351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252521" y="5183537"/>
            <a:ext cx="5274684" cy="2252513"/>
            <a:chOff x="0" y="0"/>
            <a:chExt cx="7032912" cy="300335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t="17951" b="17951"/>
            <a:stretch>
              <a:fillRect/>
            </a:stretch>
          </p:blipFill>
          <p:spPr>
            <a:xfrm>
              <a:off x="0" y="0"/>
              <a:ext cx="7032912" cy="3003351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3252521" y="7589601"/>
            <a:ext cx="5274684" cy="2252513"/>
            <a:chOff x="0" y="0"/>
            <a:chExt cx="7032912" cy="300335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rcRect t="17951" b="17951"/>
            <a:stretch>
              <a:fillRect/>
            </a:stretch>
          </p:blipFill>
          <p:spPr>
            <a:xfrm>
              <a:off x="0" y="0"/>
              <a:ext cx="7032912" cy="3003351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1513875" y="2012966"/>
            <a:ext cx="5966833" cy="234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3"/>
              </a:lnSpc>
            </a:pPr>
            <a:r>
              <a:rPr lang="en-US" sz="10928" spc="-808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Quem Somos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35993" y="1009650"/>
            <a:ext cx="3864694" cy="859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1">
                <a:solidFill>
                  <a:srgbClr val="06132C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+ 2 BILHÕES SOB CUSTÓDIA</a:t>
            </a: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r>
              <a:rPr lang="en-US" sz="2499" b="1">
                <a:solidFill>
                  <a:srgbClr val="06132C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Eleito o MELHOR atendimento do BTG Pactual no Brasil</a:t>
            </a: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r>
              <a:rPr lang="en-US" sz="2499" b="1">
                <a:solidFill>
                  <a:srgbClr val="06132C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Profissionais especializados </a:t>
            </a: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  <a:p>
            <a:pPr algn="r">
              <a:lnSpc>
                <a:spcPts val="3124"/>
              </a:lnSpc>
            </a:pPr>
            <a:r>
              <a:rPr lang="en-US" sz="2499" b="1">
                <a:solidFill>
                  <a:srgbClr val="06132C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+ MIL clientes ativos</a:t>
            </a:r>
          </a:p>
          <a:p>
            <a:pPr algn="r">
              <a:lnSpc>
                <a:spcPts val="3124"/>
              </a:lnSpc>
            </a:pPr>
            <a:endParaRPr lang="en-US" sz="2499" b="1">
              <a:solidFill>
                <a:srgbClr val="06132C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513875" y="4353670"/>
            <a:ext cx="4420630" cy="829867"/>
          </a:xfrm>
          <a:custGeom>
            <a:avLst/>
            <a:gdLst/>
            <a:ahLst/>
            <a:cxnLst/>
            <a:rect l="l" t="t" r="r" b="b"/>
            <a:pathLst>
              <a:path w="4420630" h="829867">
                <a:moveTo>
                  <a:pt x="0" y="0"/>
                </a:moveTo>
                <a:lnTo>
                  <a:pt x="4420630" y="0"/>
                </a:lnTo>
                <a:lnTo>
                  <a:pt x="4420630" y="829867"/>
                </a:lnTo>
                <a:lnTo>
                  <a:pt x="0" y="829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38" b="-938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533" y="0"/>
            <a:ext cx="4572839" cy="10287000"/>
            <a:chOff x="0" y="0"/>
            <a:chExt cx="708452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8452" cy="1593725"/>
            </a:xfrm>
            <a:custGeom>
              <a:avLst/>
              <a:gdLst/>
              <a:ahLst/>
              <a:cxnLst/>
              <a:rect l="l" t="t" r="r" b="b"/>
              <a:pathLst>
                <a:path w="708452" h="1593725">
                  <a:moveTo>
                    <a:pt x="0" y="0"/>
                  </a:moveTo>
                  <a:lnTo>
                    <a:pt x="708452" y="0"/>
                  </a:lnTo>
                  <a:lnTo>
                    <a:pt x="7084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70099" t="-10026" r="-13483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4095152" y="0"/>
            <a:ext cx="4572839" cy="10287000"/>
            <a:chOff x="0" y="0"/>
            <a:chExt cx="708452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8452" cy="1593725"/>
            </a:xfrm>
            <a:custGeom>
              <a:avLst/>
              <a:gdLst/>
              <a:ahLst/>
              <a:cxnLst/>
              <a:rect l="l" t="t" r="r" b="b"/>
              <a:pathLst>
                <a:path w="708452" h="1593725">
                  <a:moveTo>
                    <a:pt x="0" y="0"/>
                  </a:moveTo>
                  <a:lnTo>
                    <a:pt x="708452" y="0"/>
                  </a:lnTo>
                  <a:lnTo>
                    <a:pt x="7084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45800" t="-4414" r="-125565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13023" y="0"/>
            <a:ext cx="4572839" cy="10287000"/>
            <a:chOff x="0" y="0"/>
            <a:chExt cx="708452" cy="1593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452" cy="1593725"/>
            </a:xfrm>
            <a:custGeom>
              <a:avLst/>
              <a:gdLst/>
              <a:ahLst/>
              <a:cxnLst/>
              <a:rect l="l" t="t" r="r" b="b"/>
              <a:pathLst>
                <a:path w="708452" h="1593725">
                  <a:moveTo>
                    <a:pt x="0" y="0"/>
                  </a:moveTo>
                  <a:lnTo>
                    <a:pt x="708452" y="0"/>
                  </a:lnTo>
                  <a:lnTo>
                    <a:pt x="7084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99972" r="-9997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84431" y="0"/>
            <a:ext cx="4572839" cy="10287000"/>
            <a:chOff x="0" y="0"/>
            <a:chExt cx="708452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8452" cy="1593725"/>
            </a:xfrm>
            <a:custGeom>
              <a:avLst/>
              <a:gdLst/>
              <a:ahLst/>
              <a:cxnLst/>
              <a:rect l="l" t="t" r="r" b="b"/>
              <a:pathLst>
                <a:path w="708452" h="1593725">
                  <a:moveTo>
                    <a:pt x="0" y="0"/>
                  </a:moveTo>
                  <a:lnTo>
                    <a:pt x="708452" y="0"/>
                  </a:lnTo>
                  <a:lnTo>
                    <a:pt x="7084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99972" r="-9997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EE37DF42-58FE-35F3-6904-2CFF2F910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871" y="0"/>
            <a:ext cx="4308437" cy="10287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06BA9E66-A684-61FF-D8E8-A0A429D3EC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4938" y="0"/>
            <a:ext cx="5786438" cy="10287000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 rot="-10800000">
            <a:off x="-891925" y="-167668"/>
            <a:ext cx="21582731" cy="11070129"/>
          </a:xfrm>
          <a:custGeom>
            <a:avLst/>
            <a:gdLst/>
            <a:ahLst/>
            <a:cxnLst/>
            <a:rect l="l" t="t" r="r" b="b"/>
            <a:pathLst>
              <a:path w="21582731" h="10229850">
                <a:moveTo>
                  <a:pt x="0" y="0"/>
                </a:moveTo>
                <a:lnTo>
                  <a:pt x="21582732" y="0"/>
                </a:lnTo>
                <a:lnTo>
                  <a:pt x="21582732" y="10229850"/>
                </a:lnTo>
                <a:lnTo>
                  <a:pt x="0" y="10229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5308" b="-1048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474188" y="4379193"/>
            <a:ext cx="3484309" cy="118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08"/>
              </a:lnSpc>
            </a:pPr>
            <a:r>
              <a:rPr lang="en-US" sz="4518" b="1" spc="-334" dirty="0">
                <a:solidFill>
                  <a:srgbClr val="EFEFE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BELO HORIZONTE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43635" y="5360289"/>
            <a:ext cx="1447798" cy="46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1"/>
              </a:lnSpc>
            </a:pPr>
            <a:r>
              <a:rPr lang="en-US" sz="27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 SEDE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53855" y="4947258"/>
            <a:ext cx="3148177" cy="612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4518" b="1" spc="-334" dirty="0">
                <a:solidFill>
                  <a:srgbClr val="EFEFE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VARGINHA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12709" y="5360289"/>
            <a:ext cx="1589323" cy="46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1"/>
              </a:lnSpc>
            </a:pPr>
            <a:r>
              <a:rPr lang="en-US" sz="27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 FILIAL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43896" y="4876608"/>
            <a:ext cx="3691102" cy="590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4518" b="1" spc="-334" dirty="0">
                <a:solidFill>
                  <a:srgbClr val="EFEFE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UBA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8333" y="5309715"/>
            <a:ext cx="1589323" cy="46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1"/>
              </a:lnSpc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 FILIAL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40000" y="4857865"/>
            <a:ext cx="3148177" cy="612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4518" b="1" spc="-334" dirty="0">
                <a:solidFill>
                  <a:srgbClr val="EFEFE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RECIFE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88833" y="5360289"/>
            <a:ext cx="1589323" cy="46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1"/>
              </a:lnSpc>
            </a:pPr>
            <a:r>
              <a:rPr lang="en-US" sz="27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 FILIAL</a:t>
            </a: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846BF10F-A997-60C3-22C4-0760BD942738}"/>
              </a:ext>
            </a:extLst>
          </p:cNvPr>
          <p:cNvSpPr txBox="1"/>
          <p:nvPr/>
        </p:nvSpPr>
        <p:spPr>
          <a:xfrm>
            <a:off x="14602302" y="4857865"/>
            <a:ext cx="3559657" cy="590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4518" b="1" spc="-334" dirty="0">
                <a:solidFill>
                  <a:srgbClr val="EFEFE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UBERLÂNDIA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27BCF03A-699E-FE70-4CAE-EABBC0D0BA03}"/>
              </a:ext>
            </a:extLst>
          </p:cNvPr>
          <p:cNvSpPr txBox="1"/>
          <p:nvPr/>
        </p:nvSpPr>
        <p:spPr>
          <a:xfrm>
            <a:off x="15810215" y="5360289"/>
            <a:ext cx="1589323" cy="46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1"/>
              </a:lnSpc>
            </a:pPr>
            <a:r>
              <a:rPr lang="en-US" sz="27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 FILIAL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851E-02BF-6983-4416-83948AE9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4BD66214-4EB4-DD10-B221-7ECA70EC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334" y="9336316"/>
            <a:ext cx="2881715" cy="809738"/>
          </a:xfrm>
          <a:prstGeom prst="rect">
            <a:avLst/>
          </a:prstGeom>
        </p:spPr>
      </p:pic>
      <p:sp>
        <p:nvSpPr>
          <p:cNvPr id="2" name="TextBox 9">
            <a:extLst>
              <a:ext uri="{FF2B5EF4-FFF2-40B4-BE49-F238E27FC236}">
                <a16:creationId xmlns:a16="http://schemas.microsoft.com/office/drawing/2014/main" id="{9F5E966C-FD0A-C7F8-9BA8-EF0E11C6E4C5}"/>
              </a:ext>
            </a:extLst>
          </p:cNvPr>
          <p:cNvSpPr txBox="1"/>
          <p:nvPr/>
        </p:nvSpPr>
        <p:spPr>
          <a:xfrm>
            <a:off x="8161107" y="4365111"/>
            <a:ext cx="7006118" cy="155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6"/>
              </a:lnSpc>
            </a:pPr>
            <a:r>
              <a:rPr lang="en-US" sz="5720" spc="-423" dirty="0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INVISTA COM QUEM VAI ALÉM POR VOCÊ.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493C7EF7-0CA6-58A3-6064-AFDB2097FB91}"/>
              </a:ext>
            </a:extLst>
          </p:cNvPr>
          <p:cNvGrpSpPr/>
          <p:nvPr/>
        </p:nvGrpSpPr>
        <p:grpSpPr>
          <a:xfrm>
            <a:off x="5921258" y="3730088"/>
            <a:ext cx="10034243" cy="2826821"/>
            <a:chOff x="0" y="0"/>
            <a:chExt cx="2642764" cy="744513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8A7B710-8D86-43A1-E585-CDB3F4FED5EC}"/>
                </a:ext>
              </a:extLst>
            </p:cNvPr>
            <p:cNvSpPr/>
            <p:nvPr/>
          </p:nvSpPr>
          <p:spPr>
            <a:xfrm>
              <a:off x="0" y="0"/>
              <a:ext cx="2642764" cy="744513"/>
            </a:xfrm>
            <a:custGeom>
              <a:avLst/>
              <a:gdLst/>
              <a:ahLst/>
              <a:cxnLst/>
              <a:rect l="l" t="t" r="r" b="b"/>
              <a:pathLst>
                <a:path w="2642764" h="744513">
                  <a:moveTo>
                    <a:pt x="39349" y="0"/>
                  </a:moveTo>
                  <a:lnTo>
                    <a:pt x="2603415" y="0"/>
                  </a:lnTo>
                  <a:cubicBezTo>
                    <a:pt x="2613851" y="0"/>
                    <a:pt x="2623859" y="4146"/>
                    <a:pt x="2631239" y="11525"/>
                  </a:cubicBezTo>
                  <a:cubicBezTo>
                    <a:pt x="2638618" y="18904"/>
                    <a:pt x="2642764" y="28913"/>
                    <a:pt x="2642764" y="39349"/>
                  </a:cubicBezTo>
                  <a:lnTo>
                    <a:pt x="2642764" y="705164"/>
                  </a:lnTo>
                  <a:cubicBezTo>
                    <a:pt x="2642764" y="715600"/>
                    <a:pt x="2638618" y="725608"/>
                    <a:pt x="2631239" y="732988"/>
                  </a:cubicBezTo>
                  <a:cubicBezTo>
                    <a:pt x="2623859" y="740367"/>
                    <a:pt x="2613851" y="744513"/>
                    <a:pt x="2603415" y="744513"/>
                  </a:cubicBezTo>
                  <a:lnTo>
                    <a:pt x="39349" y="744513"/>
                  </a:lnTo>
                  <a:cubicBezTo>
                    <a:pt x="17617" y="744513"/>
                    <a:pt x="0" y="726895"/>
                    <a:pt x="0" y="705164"/>
                  </a:cubicBezTo>
                  <a:lnTo>
                    <a:pt x="0" y="39349"/>
                  </a:lnTo>
                  <a:cubicBezTo>
                    <a:pt x="0" y="28913"/>
                    <a:pt x="4146" y="18904"/>
                    <a:pt x="11525" y="11525"/>
                  </a:cubicBezTo>
                  <a:cubicBezTo>
                    <a:pt x="18904" y="4146"/>
                    <a:pt x="28913" y="0"/>
                    <a:pt x="39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06132C">
                      <a:alpha val="100000"/>
                    </a:srgbClr>
                  </a:gs>
                  <a:gs pos="100000">
                    <a:srgbClr val="2826B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846B6592-FA01-75F1-9072-C93DA84F32F8}"/>
                </a:ext>
              </a:extLst>
            </p:cNvPr>
            <p:cNvSpPr txBox="1"/>
            <p:nvPr/>
          </p:nvSpPr>
          <p:spPr>
            <a:xfrm>
              <a:off x="0" y="-28575"/>
              <a:ext cx="2642764" cy="773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0">
            <a:extLst>
              <a:ext uri="{FF2B5EF4-FFF2-40B4-BE49-F238E27FC236}">
                <a16:creationId xmlns:a16="http://schemas.microsoft.com/office/drawing/2014/main" id="{0145126A-E7A3-D8BB-C267-2BA7BF3BDFA8}"/>
              </a:ext>
            </a:extLst>
          </p:cNvPr>
          <p:cNvSpPr/>
          <p:nvPr/>
        </p:nvSpPr>
        <p:spPr>
          <a:xfrm>
            <a:off x="12024233" y="6839611"/>
            <a:ext cx="3931268" cy="738001"/>
          </a:xfrm>
          <a:custGeom>
            <a:avLst/>
            <a:gdLst/>
            <a:ahLst/>
            <a:cxnLst/>
            <a:rect l="l" t="t" r="r" b="b"/>
            <a:pathLst>
              <a:path w="3931268" h="738001">
                <a:moveTo>
                  <a:pt x="0" y="0"/>
                </a:moveTo>
                <a:lnTo>
                  <a:pt x="3931269" y="0"/>
                </a:lnTo>
                <a:lnTo>
                  <a:pt x="3931269" y="738001"/>
                </a:lnTo>
                <a:lnTo>
                  <a:pt x="0" y="73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38" b="-93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18765E1-EAC7-70D8-AEBF-A10BF2F19205}"/>
              </a:ext>
            </a:extLst>
          </p:cNvPr>
          <p:cNvSpPr/>
          <p:nvPr/>
        </p:nvSpPr>
        <p:spPr>
          <a:xfrm>
            <a:off x="5456438" y="3808142"/>
            <a:ext cx="929640" cy="2670712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4A08972-B465-C512-711B-751660016DF3}"/>
              </a:ext>
            </a:extLst>
          </p:cNvPr>
          <p:cNvSpPr/>
          <p:nvPr/>
        </p:nvSpPr>
        <p:spPr>
          <a:xfrm>
            <a:off x="5456438" y="3408218"/>
            <a:ext cx="1489307" cy="618837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B81A16-D7C5-3DED-6209-857AD3A5B804}"/>
              </a:ext>
            </a:extLst>
          </p:cNvPr>
          <p:cNvSpPr/>
          <p:nvPr/>
        </p:nvSpPr>
        <p:spPr>
          <a:xfrm>
            <a:off x="5532675" y="6286518"/>
            <a:ext cx="1489307" cy="618837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1E6EF999-8EBD-F549-D41F-80E4771305D8}"/>
              </a:ext>
            </a:extLst>
          </p:cNvPr>
          <p:cNvSpPr/>
          <p:nvPr/>
        </p:nvSpPr>
        <p:spPr>
          <a:xfrm>
            <a:off x="2046285" y="1519123"/>
            <a:ext cx="5611601" cy="7396534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16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362605-1e66-4a97-bdc8-daa1b866d82a" xsi:nil="true"/>
    <lcf76f155ced4ddcb4097134ff3c332f xmlns="5a3dc61c-f031-492d-b06c-b7c0f72704b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2A3D47313F949B269D856FD7A4FAD" ma:contentTypeVersion="14" ma:contentTypeDescription="Create a new document." ma:contentTypeScope="" ma:versionID="5cd53e00cd45926067641d9717a53396">
  <xsd:schema xmlns:xsd="http://www.w3.org/2001/XMLSchema" xmlns:xs="http://www.w3.org/2001/XMLSchema" xmlns:p="http://schemas.microsoft.com/office/2006/metadata/properties" xmlns:ns2="5a3dc61c-f031-492d-b06c-b7c0f72704be" xmlns:ns3="9e362605-1e66-4a97-bdc8-daa1b866d82a" targetNamespace="http://schemas.microsoft.com/office/2006/metadata/properties" ma:root="true" ma:fieldsID="b44615595ba66e4ca65d5c0cfc099f80" ns2:_="" ns3:_="">
    <xsd:import namespace="5a3dc61c-f031-492d-b06c-b7c0f72704be"/>
    <xsd:import namespace="9e362605-1e66-4a97-bdc8-daa1b866d8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3dc61c-f031-492d-b06c-b7c0f72704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88b100f-2122-4940-9a19-a871679b7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362605-1e66-4a97-bdc8-daa1b866d8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e7bac81-2526-4cd8-a74a-3b7ee3122e46}" ma:internalName="TaxCatchAll" ma:showField="CatchAllData" ma:web="9e362605-1e66-4a97-bdc8-daa1b866d8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7831BA-5FDB-417B-83AF-644018A3D8E6}">
  <ds:schemaRefs>
    <ds:schemaRef ds:uri="5a3dc61c-f031-492d-b06c-b7c0f72704be"/>
    <ds:schemaRef ds:uri="9e362605-1e66-4a97-bdc8-daa1b866d8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86F528-19F3-4A6F-A1C9-2289E0AD4F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CC6423-1511-44EF-8A32-748DCB584D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3dc61c-f031-492d-b06c-b7c0f72704be"/>
    <ds:schemaRef ds:uri="9e362605-1e66-4a97-bdc8-daa1b866d8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82</Words>
  <Application>Microsoft Office PowerPoint</Application>
  <PresentationFormat>Personalizar</PresentationFormat>
  <Paragraphs>46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20" baseType="lpstr">
      <vt:lpstr>Montserrat Light</vt:lpstr>
      <vt:lpstr>Aptos</vt:lpstr>
      <vt:lpstr>Garet</vt:lpstr>
      <vt:lpstr>Montserrat</vt:lpstr>
      <vt:lpstr>Blauer Nue</vt:lpstr>
      <vt:lpstr>Montserrat Heavy</vt:lpstr>
      <vt:lpstr>Salmond</vt:lpstr>
      <vt:lpstr>Calibri</vt:lpstr>
      <vt:lpstr>Montserrat Extra-Light</vt:lpstr>
      <vt:lpstr>Garet Ultra-Bold</vt:lpstr>
      <vt:lpstr>Montserrat Ultra-Bold</vt:lpstr>
      <vt:lpstr>Montserrat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safira</dc:title>
  <dc:creator>samuel costa</dc:creator>
  <cp:lastModifiedBy>Gabriela Pereira</cp:lastModifiedBy>
  <cp:revision>9</cp:revision>
  <dcterms:created xsi:type="dcterms:W3CDTF">2006-08-16T00:00:00Z</dcterms:created>
  <dcterms:modified xsi:type="dcterms:W3CDTF">2026-09-14T15:04:48Z</dcterms:modified>
  <dc:identifier>DAGSicSvhDg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0x010100B762A3D47313F949B269D856FD7A4FAD</vt:lpwstr>
  </property>
  <property fmtid="{D5CDD505-2E9C-101B-9397-08002B2CF9AE}" pid="3" name="MediaServiceImageTags">
    <vt:lpwstr/>
  </property>
</Properties>
</file>